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8" r:id="rId3"/>
    <p:sldId id="296" r:id="rId4"/>
    <p:sldId id="258" r:id="rId5"/>
    <p:sldId id="260" r:id="rId6"/>
    <p:sldId id="259" r:id="rId7"/>
    <p:sldId id="303" r:id="rId8"/>
    <p:sldId id="297" r:id="rId9"/>
    <p:sldId id="304" r:id="rId10"/>
    <p:sldId id="307" r:id="rId11"/>
    <p:sldId id="305" r:id="rId12"/>
    <p:sldId id="299" r:id="rId13"/>
    <p:sldId id="300" r:id="rId14"/>
    <p:sldId id="306" r:id="rId15"/>
    <p:sldId id="302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D5B9B-9373-47A0-8FFD-5FCD156C323A}" v="3" dt="2025-11-18T13:01:23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ilisateur invité" userId="S::urn:spo:tenantanon#efe74ef1-9386-4a2d-8eec-269753563cac::" providerId="AD" clId="Web-{6F78FD6C-D020-B34D-0379-033E258FA75A}"/>
    <pc:docChg chg="modSld sldOrd">
      <pc:chgData name="Utilisateur invité" userId="S::urn:spo:tenantanon#efe74ef1-9386-4a2d-8eec-269753563cac::" providerId="AD" clId="Web-{6F78FD6C-D020-B34D-0379-033E258FA75A}" dt="2025-10-24T08:25:26.558" v="1778" actId="20577"/>
      <pc:docMkLst>
        <pc:docMk/>
      </pc:docMkLst>
      <pc:sldChg chg="modSp">
        <pc:chgData name="Utilisateur invité" userId="S::urn:spo:tenantanon#efe74ef1-9386-4a2d-8eec-269753563cac::" providerId="AD" clId="Web-{6F78FD6C-D020-B34D-0379-033E258FA75A}" dt="2025-10-24T07:14:35.200" v="746" actId="20577"/>
        <pc:sldMkLst>
          <pc:docMk/>
          <pc:sldMk cId="0" sldId="258"/>
        </pc:sldMkLst>
        <pc:spChg chg="mod">
          <ac:chgData name="Utilisateur invité" userId="S::urn:spo:tenantanon#efe74ef1-9386-4a2d-8eec-269753563cac::" providerId="AD" clId="Web-{6F78FD6C-D020-B34D-0379-033E258FA75A}" dt="2025-10-24T07:14:35.200" v="746" actId="20577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Utilisateur invité" userId="S::urn:spo:tenantanon#efe74ef1-9386-4a2d-8eec-269753563cac::" providerId="AD" clId="Web-{6F78FD6C-D020-B34D-0379-033E258FA75A}" dt="2025-10-24T07:02:21.806" v="660" actId="20577"/>
          <ac:spMkLst>
            <pc:docMk/>
            <pc:sldMk cId="0" sldId="258"/>
            <ac:spMk id="117" creationId="{00000000-0000-0000-0000-000000000000}"/>
          </ac:spMkLst>
        </pc:spChg>
      </pc:sldChg>
      <pc:sldChg chg="modSp">
        <pc:chgData name="Utilisateur invité" userId="S::urn:spo:tenantanon#efe74ef1-9386-4a2d-8eec-269753563cac::" providerId="AD" clId="Web-{6F78FD6C-D020-B34D-0379-033E258FA75A}" dt="2025-10-24T08:11:27.195" v="1370" actId="20577"/>
        <pc:sldMkLst>
          <pc:docMk/>
          <pc:sldMk cId="0" sldId="259"/>
        </pc:sldMkLst>
        <pc:spChg chg="mod">
          <ac:chgData name="Utilisateur invité" userId="S::urn:spo:tenantanon#efe74ef1-9386-4a2d-8eec-269753563cac::" providerId="AD" clId="Web-{6F78FD6C-D020-B34D-0379-033E258FA75A}" dt="2025-10-24T08:03:27.557" v="1225" actId="20577"/>
          <ac:spMkLst>
            <pc:docMk/>
            <pc:sldMk cId="0" sldId="259"/>
            <ac:spMk id="123" creationId="{00000000-0000-0000-0000-000000000000}"/>
          </ac:spMkLst>
        </pc:spChg>
        <pc:spChg chg="mod">
          <ac:chgData name="Utilisateur invité" userId="S::urn:spo:tenantanon#efe74ef1-9386-4a2d-8eec-269753563cac::" providerId="AD" clId="Web-{6F78FD6C-D020-B34D-0379-033E258FA75A}" dt="2025-10-24T08:11:27.195" v="1370" actId="20577"/>
          <ac:spMkLst>
            <pc:docMk/>
            <pc:sldMk cId="0" sldId="259"/>
            <ac:spMk id="124" creationId="{00000000-0000-0000-0000-000000000000}"/>
          </ac:spMkLst>
        </pc:spChg>
      </pc:sldChg>
      <pc:sldChg chg="modSp">
        <pc:chgData name="Utilisateur invité" userId="S::urn:spo:tenantanon#efe74ef1-9386-4a2d-8eec-269753563cac::" providerId="AD" clId="Web-{6F78FD6C-D020-B34D-0379-033E258FA75A}" dt="2025-10-24T08:04:55.293" v="1240" actId="20577"/>
        <pc:sldMkLst>
          <pc:docMk/>
          <pc:sldMk cId="0" sldId="260"/>
        </pc:sldMkLst>
        <pc:spChg chg="mod">
          <ac:chgData name="Utilisateur invité" userId="S::urn:spo:tenantanon#efe74ef1-9386-4a2d-8eec-269753563cac::" providerId="AD" clId="Web-{6F78FD6C-D020-B34D-0379-033E258FA75A}" dt="2025-10-24T07:15:12.767" v="762" actId="20577"/>
          <ac:spMkLst>
            <pc:docMk/>
            <pc:sldMk cId="0" sldId="260"/>
            <ac:spMk id="2" creationId="{DFC7E89D-3E7D-4DA2-697E-DD8240B6FB21}"/>
          </ac:spMkLst>
        </pc:spChg>
        <pc:spChg chg="mod">
          <ac:chgData name="Utilisateur invité" userId="S::urn:spo:tenantanon#efe74ef1-9386-4a2d-8eec-269753563cac::" providerId="AD" clId="Web-{6F78FD6C-D020-B34D-0379-033E258FA75A}" dt="2025-10-24T08:04:55.293" v="1240" actId="20577"/>
          <ac:spMkLst>
            <pc:docMk/>
            <pc:sldMk cId="0" sldId="260"/>
            <ac:spMk id="134" creationId="{00000000-0000-0000-0000-000000000000}"/>
          </ac:spMkLst>
        </pc:spChg>
      </pc:sldChg>
      <pc:sldChg chg="addSp delSp modSp">
        <pc:chgData name="Utilisateur invité" userId="S::urn:spo:tenantanon#efe74ef1-9386-4a2d-8eec-269753563cac::" providerId="AD" clId="Web-{6F78FD6C-D020-B34D-0379-033E258FA75A}" dt="2025-10-24T07:15:00.250" v="758" actId="20577"/>
        <pc:sldMkLst>
          <pc:docMk/>
          <pc:sldMk cId="0" sldId="296"/>
        </pc:sldMkLst>
        <pc:spChg chg="add mod">
          <ac:chgData name="Utilisateur invité" userId="S::urn:spo:tenantanon#efe74ef1-9386-4a2d-8eec-269753563cac::" providerId="AD" clId="Web-{6F78FD6C-D020-B34D-0379-033E258FA75A}" dt="2025-10-24T07:15:00.250" v="758" actId="20577"/>
          <ac:spMkLst>
            <pc:docMk/>
            <pc:sldMk cId="0" sldId="296"/>
            <ac:spMk id="3" creationId="{A6521A9F-0F72-A5C1-8E8B-04E099E5419C}"/>
          </ac:spMkLst>
        </pc:spChg>
        <pc:spChg chg="mod">
          <ac:chgData name="Utilisateur invité" userId="S::urn:spo:tenantanon#efe74ef1-9386-4a2d-8eec-269753563cac::" providerId="AD" clId="Web-{6F78FD6C-D020-B34D-0379-033E258FA75A}" dt="2025-10-24T07:14:48.045" v="749" actId="1076"/>
          <ac:spMkLst>
            <pc:docMk/>
            <pc:sldMk cId="0" sldId="296"/>
            <ac:spMk id="110" creationId="{00000000-0000-0000-0000-000000000000}"/>
          </ac:spMkLst>
        </pc:spChg>
      </pc:sldChg>
      <pc:sldChg chg="ord">
        <pc:chgData name="Utilisateur invité" userId="S::urn:spo:tenantanon#efe74ef1-9386-4a2d-8eec-269753563cac::" providerId="AD" clId="Web-{6F78FD6C-D020-B34D-0379-033E258FA75A}" dt="2025-10-24T08:06:45.401" v="1246"/>
        <pc:sldMkLst>
          <pc:docMk/>
          <pc:sldMk cId="2296352294" sldId="297"/>
        </pc:sldMkLst>
      </pc:sldChg>
      <pc:sldChg chg="modSp ord">
        <pc:chgData name="Utilisateur invité" userId="S::urn:spo:tenantanon#efe74ef1-9386-4a2d-8eec-269753563cac::" providerId="AD" clId="Web-{6F78FD6C-D020-B34D-0379-033E258FA75A}" dt="2025-10-24T08:04:09.433" v="1238" actId="1076"/>
        <pc:sldMkLst>
          <pc:docMk/>
          <pc:sldMk cId="1592515832" sldId="298"/>
        </pc:sldMkLst>
        <pc:spChg chg="mod">
          <ac:chgData name="Utilisateur invité" userId="S::urn:spo:tenantanon#efe74ef1-9386-4a2d-8eec-269753563cac::" providerId="AD" clId="Web-{6F78FD6C-D020-B34D-0379-033E258FA75A}" dt="2025-10-24T08:03:52.214" v="1233" actId="1076"/>
          <ac:spMkLst>
            <pc:docMk/>
            <pc:sldMk cId="1592515832" sldId="298"/>
            <ac:spMk id="2" creationId="{4498EBF2-98F5-1BD8-9D63-99E28BE34738}"/>
          </ac:spMkLst>
        </pc:spChg>
        <pc:spChg chg="mod">
          <ac:chgData name="Utilisateur invité" userId="S::urn:spo:tenantanon#efe74ef1-9386-4a2d-8eec-269753563cac::" providerId="AD" clId="Web-{6F78FD6C-D020-B34D-0379-033E258FA75A}" dt="2025-10-24T08:04:09.433" v="1238" actId="1076"/>
          <ac:spMkLst>
            <pc:docMk/>
            <pc:sldMk cId="1592515832" sldId="298"/>
            <ac:spMk id="3" creationId="{FDCDA3F2-F51C-AF00-3E98-A7FF69CF3FBD}"/>
          </ac:spMkLst>
        </pc:spChg>
      </pc:sldChg>
      <pc:sldChg chg="ord">
        <pc:chgData name="Utilisateur invité" userId="S::urn:spo:tenantanon#efe74ef1-9386-4a2d-8eec-269753563cac::" providerId="AD" clId="Web-{6F78FD6C-D020-B34D-0379-033E258FA75A}" dt="2025-10-24T08:05:48.479" v="1243"/>
        <pc:sldMkLst>
          <pc:docMk/>
          <pc:sldMk cId="1800758643" sldId="299"/>
        </pc:sldMkLst>
      </pc:sldChg>
      <pc:sldChg chg="ord">
        <pc:chgData name="Utilisateur invité" userId="S::urn:spo:tenantanon#efe74ef1-9386-4a2d-8eec-269753563cac::" providerId="AD" clId="Web-{6F78FD6C-D020-B34D-0379-033E258FA75A}" dt="2025-10-24T08:05:48.479" v="1242"/>
        <pc:sldMkLst>
          <pc:docMk/>
          <pc:sldMk cId="3528063126" sldId="300"/>
        </pc:sldMkLst>
      </pc:sldChg>
      <pc:sldChg chg="modSp">
        <pc:chgData name="Utilisateur invité" userId="S::urn:spo:tenantanon#efe74ef1-9386-4a2d-8eec-269753563cac::" providerId="AD" clId="Web-{6F78FD6C-D020-B34D-0379-033E258FA75A}" dt="2025-10-24T07:27:27.552" v="953" actId="14100"/>
        <pc:sldMkLst>
          <pc:docMk/>
          <pc:sldMk cId="1721364591" sldId="302"/>
        </pc:sldMkLst>
        <pc:spChg chg="mod">
          <ac:chgData name="Utilisateur invité" userId="S::urn:spo:tenantanon#efe74ef1-9386-4a2d-8eec-269753563cac::" providerId="AD" clId="Web-{6F78FD6C-D020-B34D-0379-033E258FA75A}" dt="2025-10-24T07:27:27.552" v="953" actId="14100"/>
          <ac:spMkLst>
            <pc:docMk/>
            <pc:sldMk cId="1721364591" sldId="302"/>
            <ac:spMk id="3" creationId="{BC4B59AF-CBA8-7427-F606-F0DA3609413F}"/>
          </ac:spMkLst>
        </pc:spChg>
      </pc:sldChg>
      <pc:sldChg chg="addSp delSp modSp">
        <pc:chgData name="Utilisateur invité" userId="S::urn:spo:tenantanon#efe74ef1-9386-4a2d-8eec-269753563cac::" providerId="AD" clId="Web-{6F78FD6C-D020-B34D-0379-033E258FA75A}" dt="2025-10-24T08:25:26.558" v="1778" actId="20577"/>
        <pc:sldMkLst>
          <pc:docMk/>
          <pc:sldMk cId="2033920991" sldId="304"/>
        </pc:sldMkLst>
        <pc:spChg chg="add mod">
          <ac:chgData name="Utilisateur invité" userId="S::urn:spo:tenantanon#efe74ef1-9386-4a2d-8eec-269753563cac::" providerId="AD" clId="Web-{6F78FD6C-D020-B34D-0379-033E258FA75A}" dt="2025-10-24T08:25:26.558" v="1778" actId="20577"/>
          <ac:spMkLst>
            <pc:docMk/>
            <pc:sldMk cId="2033920991" sldId="304"/>
            <ac:spMk id="7" creationId="{2ABDD771-51EE-EDFC-B224-7CD9FBB41EA6}"/>
          </ac:spMkLst>
        </pc:spChg>
        <pc:spChg chg="add mod">
          <ac:chgData name="Utilisateur invité" userId="S::urn:spo:tenantanon#efe74ef1-9386-4a2d-8eec-269753563cac::" providerId="AD" clId="Web-{6F78FD6C-D020-B34D-0379-033E258FA75A}" dt="2025-10-24T08:22:10.289" v="1725" actId="1076"/>
          <ac:spMkLst>
            <pc:docMk/>
            <pc:sldMk cId="2033920991" sldId="304"/>
            <ac:spMk id="9" creationId="{773FE804-A9E6-2FA3-4C03-3BF1495C08E6}"/>
          </ac:spMkLst>
        </pc:spChg>
        <pc:spChg chg="mod">
          <ac:chgData name="Utilisateur invité" userId="S::urn:spo:tenantanon#efe74ef1-9386-4a2d-8eec-269753563cac::" providerId="AD" clId="Web-{6F78FD6C-D020-B34D-0379-033E258FA75A}" dt="2025-10-24T08:23:35.228" v="1774" actId="20577"/>
          <ac:spMkLst>
            <pc:docMk/>
            <pc:sldMk cId="2033920991" sldId="304"/>
            <ac:spMk id="11" creationId="{CC47C133-FFA2-2895-F442-4CFA8C81F6D9}"/>
          </ac:spMkLst>
        </pc:spChg>
        <pc:picChg chg="add mod">
          <ac:chgData name="Utilisateur invité" userId="S::urn:spo:tenantanon#efe74ef1-9386-4a2d-8eec-269753563cac::" providerId="AD" clId="Web-{6F78FD6C-D020-B34D-0379-033E258FA75A}" dt="2025-10-24T08:22:47.946" v="1772" actId="14100"/>
          <ac:picMkLst>
            <pc:docMk/>
            <pc:sldMk cId="2033920991" sldId="304"/>
            <ac:picMk id="8" creationId="{136C1F6B-09E5-55D7-2592-C432CFCACEE9}"/>
          </ac:picMkLst>
        </pc:picChg>
      </pc:sldChg>
      <pc:sldChg chg="ord">
        <pc:chgData name="Utilisateur invité" userId="S::urn:spo:tenantanon#efe74ef1-9386-4a2d-8eec-269753563cac::" providerId="AD" clId="Web-{6F78FD6C-D020-B34D-0379-033E258FA75A}" dt="2025-10-24T08:05:48.479" v="1244"/>
        <pc:sldMkLst>
          <pc:docMk/>
          <pc:sldMk cId="1939902221" sldId="305"/>
        </pc:sldMkLst>
      </pc:sldChg>
    </pc:docChg>
  </pc:docChgLst>
  <pc:docChgLst>
    <pc:chgData name="Francois Neveu" userId="b81bbef4-a3fd-44cf-acec-7c583c93d362" providerId="ADAL" clId="{1E9D56E0-F4AD-485C-B9E6-E78DA5C4D1B4}"/>
    <pc:docChg chg="undo custSel addSld delSld modSld sldOrd delMainMaster">
      <pc:chgData name="Francois Neveu" userId="b81bbef4-a3fd-44cf-acec-7c583c93d362" providerId="ADAL" clId="{1E9D56E0-F4AD-485C-B9E6-E78DA5C4D1B4}" dt="2025-11-18T12:59:04.856" v="3306" actId="478"/>
      <pc:docMkLst>
        <pc:docMk/>
      </pc:docMkLst>
      <pc:sldChg chg="addSp delSp modSp mod">
        <pc:chgData name="Francois Neveu" userId="b81bbef4-a3fd-44cf-acec-7c583c93d362" providerId="ADAL" clId="{1E9D56E0-F4AD-485C-B9E6-E78DA5C4D1B4}" dt="2025-10-24T13:00:13.317" v="3189" actId="1076"/>
        <pc:sldMkLst>
          <pc:docMk/>
          <pc:sldMk cId="0" sldId="256"/>
        </pc:sldMkLst>
        <pc:picChg chg="add mod">
          <ac:chgData name="Francois Neveu" userId="b81bbef4-a3fd-44cf-acec-7c583c93d362" providerId="ADAL" clId="{1E9D56E0-F4AD-485C-B9E6-E78DA5C4D1B4}" dt="2025-10-24T12:59:37.719" v="3183" actId="1076"/>
          <ac:picMkLst>
            <pc:docMk/>
            <pc:sldMk cId="0" sldId="256"/>
            <ac:picMk id="3" creationId="{72EED5FC-8D2D-B833-82DE-C41E828966A2}"/>
          </ac:picMkLst>
        </pc:picChg>
        <pc:picChg chg="add mod">
          <ac:chgData name="Francois Neveu" userId="b81bbef4-a3fd-44cf-acec-7c583c93d362" providerId="ADAL" clId="{1E9D56E0-F4AD-485C-B9E6-E78DA5C4D1B4}" dt="2025-10-24T13:00:13.317" v="3189" actId="1076"/>
          <ac:picMkLst>
            <pc:docMk/>
            <pc:sldMk cId="0" sldId="256"/>
            <ac:picMk id="6" creationId="{6816934B-09FD-A6D3-4231-ABB617589D9E}"/>
          </ac:picMkLst>
        </pc:picChg>
        <pc:picChg chg="mod">
          <ac:chgData name="Francois Neveu" userId="b81bbef4-a3fd-44cf-acec-7c583c93d362" providerId="ADAL" clId="{1E9D56E0-F4AD-485C-B9E6-E78DA5C4D1B4}" dt="2025-10-24T12:59:59.081" v="3187" actId="14100"/>
          <ac:picMkLst>
            <pc:docMk/>
            <pc:sldMk cId="0" sldId="256"/>
            <ac:picMk id="104" creationId="{00000000-0000-0000-0000-000000000000}"/>
          </ac:picMkLst>
        </pc:picChg>
      </pc:sldChg>
      <pc:sldChg chg="addSp delSp modSp add mod ord modTransition modNotes">
        <pc:chgData name="Francois Neveu" userId="b81bbef4-a3fd-44cf-acec-7c583c93d362" providerId="ADAL" clId="{1E9D56E0-F4AD-485C-B9E6-E78DA5C4D1B4}" dt="2025-10-24T08:29:12.534" v="2702"/>
        <pc:sldMkLst>
          <pc:docMk/>
          <pc:sldMk cId="0" sldId="258"/>
        </pc:sldMkLst>
        <pc:spChg chg="mod">
          <ac:chgData name="Francois Neveu" userId="b81bbef4-a3fd-44cf-acec-7c583c93d362" providerId="ADAL" clId="{1E9D56E0-F4AD-485C-B9E6-E78DA5C4D1B4}" dt="2025-10-23T18:19:21.037" v="482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Francois Neveu" userId="b81bbef4-a3fd-44cf-acec-7c583c93d362" providerId="ADAL" clId="{1E9D56E0-F4AD-485C-B9E6-E78DA5C4D1B4}" dt="2025-10-24T06:21:09.564" v="2092" actId="313"/>
          <ac:spMkLst>
            <pc:docMk/>
            <pc:sldMk cId="0" sldId="258"/>
            <ac:spMk id="117" creationId="{00000000-0000-0000-0000-000000000000}"/>
          </ac:spMkLst>
        </pc:spChg>
      </pc:sldChg>
      <pc:sldChg chg="addSp delSp modSp add mod ord modTransition modNotes">
        <pc:chgData name="Francois Neveu" userId="b81bbef4-a3fd-44cf-acec-7c583c93d362" providerId="ADAL" clId="{1E9D56E0-F4AD-485C-B9E6-E78DA5C4D1B4}" dt="2025-10-24T08:29:28.517" v="2704"/>
        <pc:sldMkLst>
          <pc:docMk/>
          <pc:sldMk cId="0" sldId="259"/>
        </pc:sldMkLst>
        <pc:spChg chg="mod">
          <ac:chgData name="Francois Neveu" userId="b81bbef4-a3fd-44cf-acec-7c583c93d362" providerId="ADAL" clId="{1E9D56E0-F4AD-485C-B9E6-E78DA5C4D1B4}" dt="2025-10-23T23:25:14.903" v="1454" actId="20577"/>
          <ac:spMkLst>
            <pc:docMk/>
            <pc:sldMk cId="0" sldId="259"/>
            <ac:spMk id="123" creationId="{00000000-0000-0000-0000-000000000000}"/>
          </ac:spMkLst>
        </pc:spChg>
        <pc:spChg chg="mod">
          <ac:chgData name="Francois Neveu" userId="b81bbef4-a3fd-44cf-acec-7c583c93d362" providerId="ADAL" clId="{1E9D56E0-F4AD-485C-B9E6-E78DA5C4D1B4}" dt="2025-10-24T08:23:23.774" v="2680" actId="20577"/>
          <ac:spMkLst>
            <pc:docMk/>
            <pc:sldMk cId="0" sldId="259"/>
            <ac:spMk id="124" creationId="{00000000-0000-0000-0000-000000000000}"/>
          </ac:spMkLst>
        </pc:spChg>
      </pc:sldChg>
      <pc:sldChg chg="addSp delSp modSp add mod ord modTransition modNotes">
        <pc:chgData name="Francois Neveu" userId="b81bbef4-a3fd-44cf-acec-7c583c93d362" providerId="ADAL" clId="{1E9D56E0-F4AD-485C-B9E6-E78DA5C4D1B4}" dt="2025-10-24T08:29:20.679" v="2703"/>
        <pc:sldMkLst>
          <pc:docMk/>
          <pc:sldMk cId="0" sldId="260"/>
        </pc:sldMkLst>
        <pc:spChg chg="add mod">
          <ac:chgData name="Francois Neveu" userId="b81bbef4-a3fd-44cf-acec-7c583c93d362" providerId="ADAL" clId="{1E9D56E0-F4AD-485C-B9E6-E78DA5C4D1B4}" dt="2025-10-23T18:21:00.024" v="516" actId="1076"/>
          <ac:spMkLst>
            <pc:docMk/>
            <pc:sldMk cId="0" sldId="260"/>
            <ac:spMk id="2" creationId="{DFC7E89D-3E7D-4DA2-697E-DD8240B6FB21}"/>
          </ac:spMkLst>
        </pc:spChg>
        <pc:spChg chg="mod">
          <ac:chgData name="Francois Neveu" userId="b81bbef4-a3fd-44cf-acec-7c583c93d362" providerId="ADAL" clId="{1E9D56E0-F4AD-485C-B9E6-E78DA5C4D1B4}" dt="2025-10-24T07:52:52.204" v="2125" actId="14100"/>
          <ac:spMkLst>
            <pc:docMk/>
            <pc:sldMk cId="0" sldId="260"/>
            <ac:spMk id="134" creationId="{00000000-0000-0000-0000-000000000000}"/>
          </ac:spMkLst>
        </pc:spChg>
      </pc:sldChg>
      <pc:sldChg chg="addSp delSp modSp mod modTransition">
        <pc:chgData name="Francois Neveu" userId="b81bbef4-a3fd-44cf-acec-7c583c93d362" providerId="ADAL" clId="{1E9D56E0-F4AD-485C-B9E6-E78DA5C4D1B4}" dt="2025-10-24T13:09:01.081" v="3281" actId="20577"/>
        <pc:sldMkLst>
          <pc:docMk/>
          <pc:sldMk cId="0" sldId="296"/>
        </pc:sldMkLst>
        <pc:spChg chg="mod">
          <ac:chgData name="Francois Neveu" userId="b81bbef4-a3fd-44cf-acec-7c583c93d362" providerId="ADAL" clId="{1E9D56E0-F4AD-485C-B9E6-E78DA5C4D1B4}" dt="2025-10-24T13:09:01.081" v="3281" actId="20577"/>
          <ac:spMkLst>
            <pc:docMk/>
            <pc:sldMk cId="0" sldId="296"/>
            <ac:spMk id="110" creationId="{00000000-0000-0000-0000-000000000000}"/>
          </ac:spMkLst>
        </pc:spChg>
      </pc:sldChg>
      <pc:sldChg chg="addSp delSp modSp mod ord modTransition">
        <pc:chgData name="Francois Neveu" userId="b81bbef4-a3fd-44cf-acec-7c583c93d362" providerId="ADAL" clId="{1E9D56E0-F4AD-485C-B9E6-E78DA5C4D1B4}" dt="2025-10-24T08:32:11.985" v="2716"/>
        <pc:sldMkLst>
          <pc:docMk/>
          <pc:sldMk cId="2296352294" sldId="297"/>
        </pc:sldMkLst>
        <pc:spChg chg="add mod">
          <ac:chgData name="Francois Neveu" userId="b81bbef4-a3fd-44cf-acec-7c583c93d362" providerId="ADAL" clId="{1E9D56E0-F4AD-485C-B9E6-E78DA5C4D1B4}" dt="2025-10-24T06:22:41.018" v="2117" actId="20577"/>
          <ac:spMkLst>
            <pc:docMk/>
            <pc:sldMk cId="2296352294" sldId="297"/>
            <ac:spMk id="11" creationId="{D5B32CB1-00D2-1B37-9A0D-4448155EE86B}"/>
          </ac:spMkLst>
        </pc:spChg>
        <pc:picChg chg="add mod">
          <ac:chgData name="Francois Neveu" userId="b81bbef4-a3fd-44cf-acec-7c583c93d362" providerId="ADAL" clId="{1E9D56E0-F4AD-485C-B9E6-E78DA5C4D1B4}" dt="2025-10-24T06:04:07.257" v="1626" actId="1076"/>
          <ac:picMkLst>
            <pc:docMk/>
            <pc:sldMk cId="2296352294" sldId="297"/>
            <ac:picMk id="2050" creationId="{33569745-3B52-1E8B-0132-3AE3B8B77DA1}"/>
          </ac:picMkLst>
        </pc:picChg>
      </pc:sldChg>
      <pc:sldChg chg="modSp mod ord modTransition">
        <pc:chgData name="Francois Neveu" userId="b81bbef4-a3fd-44cf-acec-7c583c93d362" providerId="ADAL" clId="{1E9D56E0-F4AD-485C-B9E6-E78DA5C4D1B4}" dt="2025-10-24T08:28:28.732" v="2700"/>
        <pc:sldMkLst>
          <pc:docMk/>
          <pc:sldMk cId="1592515832" sldId="298"/>
        </pc:sldMkLst>
        <pc:spChg chg="mod">
          <ac:chgData name="Francois Neveu" userId="b81bbef4-a3fd-44cf-acec-7c583c93d362" providerId="ADAL" clId="{1E9D56E0-F4AD-485C-B9E6-E78DA5C4D1B4}" dt="2025-10-23T18:19:32.631" v="486" actId="1076"/>
          <ac:spMkLst>
            <pc:docMk/>
            <pc:sldMk cId="1592515832" sldId="298"/>
            <ac:spMk id="3" creationId="{FDCDA3F2-F51C-AF00-3E98-A7FF69CF3FBD}"/>
          </ac:spMkLst>
        </pc:spChg>
      </pc:sldChg>
      <pc:sldChg chg="addSp modSp add mod modTransition">
        <pc:chgData name="Francois Neveu" userId="b81bbef4-a3fd-44cf-acec-7c583c93d362" providerId="ADAL" clId="{1E9D56E0-F4AD-485C-B9E6-E78DA5C4D1B4}" dt="2025-10-24T08:29:37.987" v="2706"/>
        <pc:sldMkLst>
          <pc:docMk/>
          <pc:sldMk cId="1800758643" sldId="299"/>
        </pc:sldMkLst>
        <pc:spChg chg="mod">
          <ac:chgData name="Francois Neveu" userId="b81bbef4-a3fd-44cf-acec-7c583c93d362" providerId="ADAL" clId="{1E9D56E0-F4AD-485C-B9E6-E78DA5C4D1B4}" dt="2025-10-23T23:10:42.786" v="1085" actId="1076"/>
          <ac:spMkLst>
            <pc:docMk/>
            <pc:sldMk cId="1800758643" sldId="299"/>
            <ac:spMk id="2" creationId="{781EC0B6-CE91-16A0-0AA2-D1F5E92952FD}"/>
          </ac:spMkLst>
        </pc:spChg>
        <pc:spChg chg="mod">
          <ac:chgData name="Francois Neveu" userId="b81bbef4-a3fd-44cf-acec-7c583c93d362" providerId="ADAL" clId="{1E9D56E0-F4AD-485C-B9E6-E78DA5C4D1B4}" dt="2025-10-24T08:01:54.654" v="2156" actId="1582"/>
          <ac:spMkLst>
            <pc:docMk/>
            <pc:sldMk cId="1800758643" sldId="299"/>
            <ac:spMk id="3" creationId="{44B8A7DB-2964-38C9-AA03-BD3C6861F43C}"/>
          </ac:spMkLst>
        </pc:spChg>
        <pc:graphicFrameChg chg="add mod modGraphic">
          <ac:chgData name="Francois Neveu" userId="b81bbef4-a3fd-44cf-acec-7c583c93d362" providerId="ADAL" clId="{1E9D56E0-F4AD-485C-B9E6-E78DA5C4D1B4}" dt="2025-10-24T07:58:41.248" v="2146" actId="404"/>
          <ac:graphicFrameMkLst>
            <pc:docMk/>
            <pc:sldMk cId="1800758643" sldId="299"/>
            <ac:graphicFrameMk id="7" creationId="{7429A8C4-8F08-F26E-D4D1-1163C3538A1C}"/>
          </ac:graphicFrameMkLst>
        </pc:graphicFrameChg>
      </pc:sldChg>
      <pc:sldChg chg="addSp delSp modSp add mod ord modTransition modAnim">
        <pc:chgData name="Francois Neveu" userId="b81bbef4-a3fd-44cf-acec-7c583c93d362" providerId="ADAL" clId="{1E9D56E0-F4AD-485C-B9E6-E78DA5C4D1B4}" dt="2025-10-24T08:34:51.779" v="2720" actId="6549"/>
        <pc:sldMkLst>
          <pc:docMk/>
          <pc:sldMk cId="3528063126" sldId="300"/>
        </pc:sldMkLst>
        <pc:spChg chg="mod">
          <ac:chgData name="Francois Neveu" userId="b81bbef4-a3fd-44cf-acec-7c583c93d362" providerId="ADAL" clId="{1E9D56E0-F4AD-485C-B9E6-E78DA5C4D1B4}" dt="2025-10-24T08:34:51.779" v="2720" actId="6549"/>
          <ac:spMkLst>
            <pc:docMk/>
            <pc:sldMk cId="3528063126" sldId="300"/>
            <ac:spMk id="3" creationId="{9CF98401-5827-58EB-E516-6CDBC012D899}"/>
          </ac:spMkLst>
        </pc:spChg>
        <pc:spChg chg="add mod">
          <ac:chgData name="Francois Neveu" userId="b81bbef4-a3fd-44cf-acec-7c583c93d362" providerId="ADAL" clId="{1E9D56E0-F4AD-485C-B9E6-E78DA5C4D1B4}" dt="2025-10-24T08:04:28.408" v="2184" actId="1582"/>
          <ac:spMkLst>
            <pc:docMk/>
            <pc:sldMk cId="3528063126" sldId="300"/>
            <ac:spMk id="7" creationId="{84E95F17-00A4-62F9-C376-C45227024E91}"/>
          </ac:spMkLst>
        </pc:spChg>
      </pc:sldChg>
      <pc:sldChg chg="addSp delSp modSp add mod modTransition">
        <pc:chgData name="Francois Neveu" userId="b81bbef4-a3fd-44cf-acec-7c583c93d362" providerId="ADAL" clId="{1E9D56E0-F4AD-485C-B9E6-E78DA5C4D1B4}" dt="2025-11-18T12:59:04.856" v="3306" actId="478"/>
        <pc:sldMkLst>
          <pc:docMk/>
          <pc:sldMk cId="1721364591" sldId="302"/>
        </pc:sldMkLst>
        <pc:spChg chg="mod">
          <ac:chgData name="Francois Neveu" userId="b81bbef4-a3fd-44cf-acec-7c583c93d362" providerId="ADAL" clId="{1E9D56E0-F4AD-485C-B9E6-E78DA5C4D1B4}" dt="2025-11-18T12:58:35.319" v="3304" actId="20577"/>
          <ac:spMkLst>
            <pc:docMk/>
            <pc:sldMk cId="1721364591" sldId="302"/>
            <ac:spMk id="2" creationId="{ACFFD8E8-761D-12CB-39AC-BE4764B5FD08}"/>
          </ac:spMkLst>
        </pc:spChg>
        <pc:spChg chg="del mod">
          <ac:chgData name="Francois Neveu" userId="b81bbef4-a3fd-44cf-acec-7c583c93d362" providerId="ADAL" clId="{1E9D56E0-F4AD-485C-B9E6-E78DA5C4D1B4}" dt="2025-11-18T12:58:57.059" v="3305" actId="478"/>
          <ac:spMkLst>
            <pc:docMk/>
            <pc:sldMk cId="1721364591" sldId="302"/>
            <ac:spMk id="3" creationId="{BC4B59AF-CBA8-7427-F606-F0DA3609413F}"/>
          </ac:spMkLst>
        </pc:spChg>
        <pc:spChg chg="add del mod">
          <ac:chgData name="Francois Neveu" userId="b81bbef4-a3fd-44cf-acec-7c583c93d362" providerId="ADAL" clId="{1E9D56E0-F4AD-485C-B9E6-E78DA5C4D1B4}" dt="2025-11-18T12:59:04.856" v="3306" actId="478"/>
          <ac:spMkLst>
            <pc:docMk/>
            <pc:sldMk cId="1721364591" sldId="302"/>
            <ac:spMk id="8" creationId="{8782C6B3-A933-E60C-1DE6-208FC7575EE8}"/>
          </ac:spMkLst>
        </pc:spChg>
      </pc:sldChg>
      <pc:sldChg chg="modSp add mod ord modTransition">
        <pc:chgData name="Francois Neveu" userId="b81bbef4-a3fd-44cf-acec-7c583c93d362" providerId="ADAL" clId="{1E9D56E0-F4AD-485C-B9E6-E78DA5C4D1B4}" dt="2025-10-24T08:32:11.985" v="2716"/>
        <pc:sldMkLst>
          <pc:docMk/>
          <pc:sldMk cId="2693274618" sldId="303"/>
        </pc:sldMkLst>
        <pc:spChg chg="mod">
          <ac:chgData name="Francois Neveu" userId="b81bbef4-a3fd-44cf-acec-7c583c93d362" providerId="ADAL" clId="{1E9D56E0-F4AD-485C-B9E6-E78DA5C4D1B4}" dt="2025-10-24T06:24:22.995" v="2121" actId="1076"/>
          <ac:spMkLst>
            <pc:docMk/>
            <pc:sldMk cId="2693274618" sldId="303"/>
            <ac:spMk id="2" creationId="{5E5C2503-F215-AC5B-E6D3-7EBE0455F605}"/>
          </ac:spMkLst>
        </pc:spChg>
        <pc:spChg chg="mod">
          <ac:chgData name="Francois Neveu" userId="b81bbef4-a3fd-44cf-acec-7c583c93d362" providerId="ADAL" clId="{1E9D56E0-F4AD-485C-B9E6-E78DA5C4D1B4}" dt="2025-10-24T06:24:25.562" v="2122" actId="1076"/>
          <ac:spMkLst>
            <pc:docMk/>
            <pc:sldMk cId="2693274618" sldId="303"/>
            <ac:spMk id="3" creationId="{A72851DE-35E0-A850-9310-4B86162AD786}"/>
          </ac:spMkLst>
        </pc:spChg>
      </pc:sldChg>
      <pc:sldChg chg="delSp modSp add mod ord modTransition">
        <pc:chgData name="Francois Neveu" userId="b81bbef4-a3fd-44cf-acec-7c583c93d362" providerId="ADAL" clId="{1E9D56E0-F4AD-485C-B9E6-E78DA5C4D1B4}" dt="2025-10-24T08:32:11.985" v="2716"/>
        <pc:sldMkLst>
          <pc:docMk/>
          <pc:sldMk cId="2033920991" sldId="304"/>
        </pc:sldMkLst>
        <pc:spChg chg="mod">
          <ac:chgData name="Francois Neveu" userId="b81bbef4-a3fd-44cf-acec-7c583c93d362" providerId="ADAL" clId="{1E9D56E0-F4AD-485C-B9E6-E78DA5C4D1B4}" dt="2025-10-24T06:23:09.260" v="2118" actId="20577"/>
          <ac:spMkLst>
            <pc:docMk/>
            <pc:sldMk cId="2033920991" sldId="304"/>
            <ac:spMk id="11" creationId="{CC47C133-FFA2-2895-F442-4CFA8C81F6D9}"/>
          </ac:spMkLst>
        </pc:spChg>
      </pc:sldChg>
      <pc:sldChg chg="delSp modSp add mod ord modTransition">
        <pc:chgData name="Francois Neveu" userId="b81bbef4-a3fd-44cf-acec-7c583c93d362" providerId="ADAL" clId="{1E9D56E0-F4AD-485C-B9E6-E78DA5C4D1B4}" dt="2025-10-24T08:29:33.091" v="2705"/>
        <pc:sldMkLst>
          <pc:docMk/>
          <pc:sldMk cId="1939902221" sldId="305"/>
        </pc:sldMkLst>
        <pc:spChg chg="mod">
          <ac:chgData name="Francois Neveu" userId="b81bbef4-a3fd-44cf-acec-7c583c93d362" providerId="ADAL" clId="{1E9D56E0-F4AD-485C-B9E6-E78DA5C4D1B4}" dt="2025-10-24T08:01:12.060" v="2154" actId="14100"/>
          <ac:spMkLst>
            <pc:docMk/>
            <pc:sldMk cId="1939902221" sldId="305"/>
            <ac:spMk id="3" creationId="{D0AA52CE-D818-BA7E-32EB-18F43A650DE4}"/>
          </ac:spMkLst>
        </pc:spChg>
      </pc:sldChg>
      <pc:sldChg chg="addSp modSp add mod ord modTransition">
        <pc:chgData name="Francois Neveu" userId="b81bbef4-a3fd-44cf-acec-7c583c93d362" providerId="ADAL" clId="{1E9D56E0-F4AD-485C-B9E6-E78DA5C4D1B4}" dt="2025-10-24T08:33:33.009" v="2718"/>
        <pc:sldMkLst>
          <pc:docMk/>
          <pc:sldMk cId="1244077746" sldId="306"/>
        </pc:sldMkLst>
        <pc:spChg chg="mod">
          <ac:chgData name="Francois Neveu" userId="b81bbef4-a3fd-44cf-acec-7c583c93d362" providerId="ADAL" clId="{1E9D56E0-F4AD-485C-B9E6-E78DA5C4D1B4}" dt="2025-10-24T08:20:28.237" v="2547" actId="14100"/>
          <ac:spMkLst>
            <pc:docMk/>
            <pc:sldMk cId="1244077746" sldId="306"/>
            <ac:spMk id="3" creationId="{2B5CD40B-505B-EFC7-262B-4844760D2994}"/>
          </ac:spMkLst>
        </pc:spChg>
        <pc:spChg chg="add mod">
          <ac:chgData name="Francois Neveu" userId="b81bbef4-a3fd-44cf-acec-7c583c93d362" providerId="ADAL" clId="{1E9D56E0-F4AD-485C-B9E6-E78DA5C4D1B4}" dt="2025-10-24T08:22:44.059" v="2679" actId="20577"/>
          <ac:spMkLst>
            <pc:docMk/>
            <pc:sldMk cId="1244077746" sldId="306"/>
            <ac:spMk id="8" creationId="{10C4C0DF-E655-5D40-6326-0796AD253EDC}"/>
          </ac:spMkLst>
        </pc:spChg>
        <pc:graphicFrameChg chg="add mod modGraphic">
          <ac:chgData name="Francois Neveu" userId="b81bbef4-a3fd-44cf-acec-7c583c93d362" providerId="ADAL" clId="{1E9D56E0-F4AD-485C-B9E6-E78DA5C4D1B4}" dt="2025-10-24T08:20:02.716" v="2546" actId="1076"/>
          <ac:graphicFrameMkLst>
            <pc:docMk/>
            <pc:sldMk cId="1244077746" sldId="306"/>
            <ac:graphicFrameMk id="7" creationId="{2CB3044F-3C14-7EE8-085D-15C79FD36020}"/>
          </ac:graphicFrameMkLst>
        </pc:graphicFrameChg>
        <pc:picChg chg="mod">
          <ac:chgData name="Francois Neveu" userId="b81bbef4-a3fd-44cf-acec-7c583c93d362" providerId="ADAL" clId="{1E9D56E0-F4AD-485C-B9E6-E78DA5C4D1B4}" dt="2025-10-24T08:17:10.437" v="2515" actId="1076"/>
          <ac:picMkLst>
            <pc:docMk/>
            <pc:sldMk cId="1244077746" sldId="306"/>
            <ac:picMk id="1026" creationId="{C0774310-0F5C-3A74-0B2B-C8F357DBBE54}"/>
          </ac:picMkLst>
        </pc:picChg>
      </pc:sldChg>
      <pc:sldChg chg="delSp modSp add mod">
        <pc:chgData name="Francois Neveu" userId="b81bbef4-a3fd-44cf-acec-7c583c93d362" providerId="ADAL" clId="{1E9D56E0-F4AD-485C-B9E6-E78DA5C4D1B4}" dt="2025-10-24T09:54:49.607" v="3149" actId="403"/>
        <pc:sldMkLst>
          <pc:docMk/>
          <pc:sldMk cId="2341013666" sldId="307"/>
        </pc:sldMkLst>
        <pc:spChg chg="mod">
          <ac:chgData name="Francois Neveu" userId="b81bbef4-a3fd-44cf-acec-7c583c93d362" providerId="ADAL" clId="{1E9D56E0-F4AD-485C-B9E6-E78DA5C4D1B4}" dt="2025-10-24T09:46:52.664" v="2826" actId="20577"/>
          <ac:spMkLst>
            <pc:docMk/>
            <pc:sldMk cId="2341013666" sldId="307"/>
            <ac:spMk id="7" creationId="{38DE04F1-A135-EA8D-0FB5-2945BEFA0901}"/>
          </ac:spMkLst>
        </pc:spChg>
        <pc:spChg chg="mod">
          <ac:chgData name="Francois Neveu" userId="b81bbef4-a3fd-44cf-acec-7c583c93d362" providerId="ADAL" clId="{1E9D56E0-F4AD-485C-B9E6-E78DA5C4D1B4}" dt="2025-10-24T09:54:49.607" v="3149" actId="403"/>
          <ac:spMkLst>
            <pc:docMk/>
            <pc:sldMk cId="2341013666" sldId="307"/>
            <ac:spMk id="11" creationId="{150B726B-F0D9-6F86-C7A1-6019DCCEBB24}"/>
          </ac:spMkLst>
        </pc:spChg>
      </pc:sldChg>
    </pc:docChg>
  </pc:docChgLst>
  <pc:docChgLst>
    <pc:chgData name="Francois Neveu" userId="S::francoisneveu@francoisneveu.onmicrosoft.com::b81bbef4-a3fd-44cf-acec-7c583c93d362" providerId="AD" clId="Web-{AD5CE703-F902-A73A-CC69-596A1AC3C2B5}"/>
    <pc:docChg chg="modSld">
      <pc:chgData name="Francois Neveu" userId="S::francoisneveu@francoisneveu.onmicrosoft.com::b81bbef4-a3fd-44cf-acec-7c583c93d362" providerId="AD" clId="Web-{AD5CE703-F902-A73A-CC69-596A1AC3C2B5}" dt="2025-10-24T07:55:20.835" v="3" actId="20577"/>
      <pc:docMkLst>
        <pc:docMk/>
      </pc:docMkLst>
      <pc:sldChg chg="modSp">
        <pc:chgData name="Francois Neveu" userId="S::francoisneveu@francoisneveu.onmicrosoft.com::b81bbef4-a3fd-44cf-acec-7c583c93d362" providerId="AD" clId="Web-{AD5CE703-F902-A73A-CC69-596A1AC3C2B5}" dt="2025-10-24T07:55:20.835" v="3" actId="20577"/>
        <pc:sldMkLst>
          <pc:docMk/>
          <pc:sldMk cId="1800758643" sldId="299"/>
        </pc:sldMkLst>
        <pc:spChg chg="mod">
          <ac:chgData name="Francois Neveu" userId="S::francoisneveu@francoisneveu.onmicrosoft.com::b81bbef4-a3fd-44cf-acec-7c583c93d362" providerId="AD" clId="Web-{AD5CE703-F902-A73A-CC69-596A1AC3C2B5}" dt="2025-10-24T07:55:20.835" v="3" actId="20577"/>
          <ac:spMkLst>
            <pc:docMk/>
            <pc:sldMk cId="1800758643" sldId="299"/>
            <ac:spMk id="3" creationId="{44B8A7DB-2964-38C9-AA03-BD3C6861F43C}"/>
          </ac:spMkLst>
        </pc:spChg>
      </pc:sldChg>
    </pc:docChg>
  </pc:docChgLst>
  <pc:docChgLst>
    <pc:chgData name="Guest User" userId="S::urn:spo:tenantanon#efe74ef1-9386-4a2d-8eec-269753563cac::" providerId="AD" clId="Web-{85275F7D-F7CB-2539-4C46-6350E40B671A}"/>
    <pc:docChg chg="modSld">
      <pc:chgData name="Guest User" userId="S::urn:spo:tenantanon#efe74ef1-9386-4a2d-8eec-269753563cac::" providerId="AD" clId="Web-{85275F7D-F7CB-2539-4C46-6350E40B671A}" dt="2025-10-24T07:49:19.382" v="121" actId="20577"/>
      <pc:docMkLst>
        <pc:docMk/>
      </pc:docMkLst>
      <pc:sldChg chg="modSp">
        <pc:chgData name="Guest User" userId="S::urn:spo:tenantanon#efe74ef1-9386-4a2d-8eec-269753563cac::" providerId="AD" clId="Web-{85275F7D-F7CB-2539-4C46-6350E40B671A}" dt="2025-10-24T07:49:19.382" v="121" actId="20577"/>
        <pc:sldMkLst>
          <pc:docMk/>
          <pc:sldMk cId="0" sldId="296"/>
        </pc:sldMkLst>
        <pc:spChg chg="mod">
          <ac:chgData name="Guest User" userId="S::urn:spo:tenantanon#efe74ef1-9386-4a2d-8eec-269753563cac::" providerId="AD" clId="Web-{85275F7D-F7CB-2539-4C46-6350E40B671A}" dt="2025-10-24T07:49:19.382" v="121" actId="20577"/>
          <ac:spMkLst>
            <pc:docMk/>
            <pc:sldMk cId="0" sldId="296"/>
            <ac:spMk id="11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3650C9-9152-F146-DF97-D5F26EBFD4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6CDAD7-A77D-A591-22C0-0475619F6F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F1411-5D2A-E04E-A45E-28940F071A22}" type="datetimeFigureOut">
              <a:t>18/11/2025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BB6A0D-A26E-2B9E-0667-4B3AF6E0C6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E6A4F8-5170-4D1D-F86B-9323DBB4FE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4C835-714C-9646-A776-FBE258E79A2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83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3FD8B-220B-0E44-B175-C0DEE3E9EC39}" type="datetimeFigureOut"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E3C5A-9623-EF41-AF58-5B686251F06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298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COUV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BFD85CD-25E4-D65A-FF7A-768064220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573987"/>
            <a:ext cx="5040560" cy="694773"/>
          </a:xfrm>
        </p:spPr>
        <p:txBody>
          <a:bodyPr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00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885ADF-9DF0-0AFB-F07E-F502C5441D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1268760"/>
            <a:ext cx="5040560" cy="3622176"/>
          </a:xfrm>
        </p:spPr>
        <p:txBody>
          <a:bodyPr/>
          <a:lstStyle>
            <a:lvl1pPr marL="0" indent="0">
              <a:buFontTx/>
              <a:buNone/>
              <a:defRPr sz="54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E6C62B3F-E278-4F33-B0EC-D2B1A7969F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4890936"/>
            <a:ext cx="5040560" cy="694773"/>
          </a:xfrm>
        </p:spPr>
        <p:txBody>
          <a:bodyPr/>
          <a:lstStyle>
            <a:lvl1pPr marL="0" indent="0">
              <a:buFontTx/>
              <a:buNone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FontTx/>
              <a:buNone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buFontTx/>
              <a:buNone/>
              <a:defRPr sz="100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738D8180-7416-7CB4-8201-937A67371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5528"/>
            <a:ext cx="5375920" cy="5573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150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 C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41C45-5048-80C1-2239-E73AF0C8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1268760"/>
            <a:ext cx="7920720" cy="72008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3A1D9EE-75B9-4A1A-1F4F-CEA9E6BAA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5600" y="2708920"/>
            <a:ext cx="7920720" cy="2880000"/>
          </a:xfrm>
        </p:spPr>
        <p:txBody>
          <a:bodyPr/>
          <a:lstStyle>
            <a:lvl1pPr marL="0" indent="0">
              <a:buFontTx/>
              <a:buNone/>
              <a:defRPr sz="18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49ABB0BC-1870-B93F-C7CA-37443D059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378BFCB7-24BD-39A5-1560-3D3D1D928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032BBB2-C2DE-953E-9088-27FA54108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81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7C7A9CF-6334-B245-E4BE-5331649D94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95601" y="4149080"/>
            <a:ext cx="7200800" cy="144016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E2273986-8EA6-6576-4AA8-EAC3D2CB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2538" y="1268760"/>
            <a:ext cx="7175607" cy="216024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190B5C9-6A8B-0B8B-1007-F3F7F96772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1268413"/>
            <a:ext cx="1439862" cy="720725"/>
          </a:xfrm>
        </p:spPr>
        <p:txBody>
          <a:bodyPr/>
          <a:lstStyle>
            <a:lvl1pPr marL="0" indent="0">
              <a:buNone/>
              <a:defRPr sz="60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fr-FR"/>
              <a:t>A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328D961-C38B-AD19-81C9-F6C9A7D50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5139669-088B-AE87-C2CE-1F2BE7FD9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82D8116A-227D-5585-BDF1-218F6517C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609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STB_C_TITR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7C7A9CF-6334-B245-E4BE-5331649D94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4149080"/>
            <a:ext cx="5051133" cy="144016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  <a:br>
              <a:rPr lang="fr-FR"/>
            </a:br>
            <a:r>
              <a:rPr lang="fr-FR"/>
              <a:t>Modifiez le style des sous-titres du masque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E2273986-8EA6-6576-4AA8-EAC3D2CB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2937" y="1268760"/>
            <a:ext cx="5033461" cy="216024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190B5C9-6A8B-0B8B-1007-F3F7F96772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56138" y="1268413"/>
            <a:ext cx="1439862" cy="720725"/>
          </a:xfrm>
        </p:spPr>
        <p:txBody>
          <a:bodyPr/>
          <a:lstStyle>
            <a:lvl1pPr marL="0" indent="0">
              <a:buNone/>
              <a:defRPr sz="6000" b="1" i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fr-FR"/>
              <a:t>A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8328D961-C38B-AD19-81C9-F6C9A7D50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5139669-088B-AE87-C2CE-1F2BE7FD9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82D8116A-227D-5585-BDF1-218F6517C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D3D513B8-0EC7-5BEF-7A09-DFEBB6AFA42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0"/>
            <a:ext cx="3935760" cy="5589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BFD85CD-25E4-D65A-FF7A-768064220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5729" y="2708920"/>
            <a:ext cx="10060831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885ADF-9DF0-0AFB-F07E-F502C5441D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5729" y="548680"/>
            <a:ext cx="10060831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D816747E-9DD1-1F17-882B-18A6AFB48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1321788-F07E-DBCB-893E-33459EB9C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4EB6E43F-1A87-F051-E662-AD7CE64A2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25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BFD85CD-25E4-D65A-FF7A-768064220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1557" y="2708920"/>
            <a:ext cx="5765003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885ADF-9DF0-0AFB-F07E-F502C5441D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75920" y="548680"/>
            <a:ext cx="5760640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9E369951-C69C-9796-6D03-749A9BFC4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5528"/>
            <a:ext cx="4655840" cy="5573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1D186102-1A34-EC63-26EE-1D73F987A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E864875-14DD-A49E-57D3-3B5E3FF60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9BFDD276-D2CE-51CD-DC92-C7DDDB93D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54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EAC95903-BA06-724B-706C-A32AB6BB16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5729" y="2708920"/>
            <a:ext cx="4660231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56748CE4-286F-A352-A354-CA85B84457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5729" y="548680"/>
            <a:ext cx="4660231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FFF23914-D293-E21B-F048-41A11A9047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79833" y="2708920"/>
            <a:ext cx="4660231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872C459C-DAD2-126A-A8D5-54F9F1D8CFD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9833" y="548680"/>
            <a:ext cx="4660231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08D9BC01-104B-88D6-30E6-79E6CC860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9321BB4-1E72-BBFF-8F21-AAEE3BDC1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8A0DFA3E-E13B-3236-9E6E-CD69D8BCC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2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TEXT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31F421D-D06F-EF6B-BE8E-FD69921998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5729" y="2708920"/>
            <a:ext cx="2862428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0BCED2C1-09AB-4CEA-992B-AFAD184605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0893" y="2708920"/>
            <a:ext cx="2880000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C90E0346-72E3-F142-CA6B-D1F847F907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60893" y="548680"/>
            <a:ext cx="2880000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4976B80D-F830-C979-5494-BA70836878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63629" y="2708920"/>
            <a:ext cx="2880000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8B2F0F2B-9331-5058-3F03-8BB47B93F7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3629" y="548680"/>
            <a:ext cx="2880000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8501E798-7C6C-4E25-B335-C4AC57F407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75729" y="548680"/>
            <a:ext cx="286242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modifier les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5FDBBFCE-A5DF-3C64-D612-186FDA1CA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33B1375F-43E6-11C1-700C-2D8C79322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4486F6C4-4089-D3F9-D260-C65019BBA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42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 C_TEXT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space réservé du texte 11">
            <a:extLst>
              <a:ext uri="{FF2B5EF4-FFF2-40B4-BE49-F238E27FC236}">
                <a16:creationId xmlns:a16="http://schemas.microsoft.com/office/drawing/2014/main" id="{9EB336CA-AE25-D683-1892-27AC2FEAE79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7242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31121A65-CA00-4754-782C-02E46696AE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242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10A143D-9E45-7B5E-3AB9-8843996BDF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571641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85762E74-3EE5-3CF4-2DA7-812F21793C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71641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17A5EDD0-AF7F-2C0A-FB24-48E512B0DF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56040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B38C801C-063D-0A0F-7322-A4253FD58E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6040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11C8FEF0-A9A7-7997-6986-AAFD7C5A73D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336260" y="2708920"/>
            <a:ext cx="2151407" cy="2880000"/>
          </a:xfrm>
        </p:spPr>
        <p:txBody>
          <a:bodyPr/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DD00B19F-8673-5B46-88CD-1B20E645A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36260" y="548680"/>
            <a:ext cx="2168498" cy="1440160"/>
          </a:xfrm>
        </p:spPr>
        <p:txBody>
          <a:bodyPr/>
          <a:lstStyle>
            <a:lvl1pPr marL="0" indent="0">
              <a:buFontTx/>
              <a:buNone/>
              <a:defRPr sz="3600" b="1" i="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2pPr>
            <a:lvl3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3pPr>
            <a:lvl4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4pPr>
            <a:lvl5pPr>
              <a:defRPr sz="3600" b="1" i="0">
                <a:latin typeface="Enduro" panose="02000000000000000000" pitchFamily="2" charset="0"/>
                <a:ea typeface="Enduro" panose="02000000000000000000" pitchFamily="2" charset="0"/>
              </a:defRPr>
            </a:lvl5pPr>
          </a:lstStyle>
          <a:p>
            <a:pPr lvl="0"/>
            <a:r>
              <a:rPr lang="fr-FR"/>
              <a:t>Cliquez pour les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A559ADA-02A7-A20B-9FDE-BD95068D1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765E1AD-D67C-4FD6-ECCA-ACA702F41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F25FAD55-38BE-86BF-5458-B5FCA44A3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02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IM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501AB-A587-A598-6E71-58A4A4C9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1" y="1268760"/>
            <a:ext cx="4320480" cy="2880320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5EEEA978-9C05-378D-12E4-47EA37D1E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75920" y="15528"/>
            <a:ext cx="6816080" cy="5573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A846604E-483F-E475-03F5-307C21E73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D8D26059-3E32-5323-8B82-423CF354E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0F08F0DC-98A7-345E-2E07-6EC36B6A1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24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STB_C_NEU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9F0B16E-B27D-304E-D5C1-36DAB6E86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C4813AF-8288-4B7A-98B4-A008CC4F4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E1C676A-E116-91AD-8499-C152C30A7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657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STB_C_NEU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077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TB_C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53DB55-7BC3-0FC3-02AC-AA1FA6AB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1988840"/>
            <a:ext cx="7182545" cy="2880320"/>
          </a:xfrm>
        </p:spPr>
        <p:txBody>
          <a:bodyPr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7B3612EB-49D5-11F0-8C70-694A14E84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9F77FF23-CCA6-44D9-7AA1-68AAD54B6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3C93BD9F-8E3C-CD47-1AD5-213FB0442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938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fr-FR" smtClean="0"/>
              <a:pPr algn="r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72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AB0F18-5FC3-C45C-BC19-EEA0F3C40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1268760"/>
            <a:ext cx="7182545" cy="7200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3EE329FD-07A4-145B-4782-C9983FBDB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4727" y="2636912"/>
            <a:ext cx="7182546" cy="29523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BC2B961-20C2-198F-5339-B56E52C9A77D}"/>
              </a:ext>
            </a:extLst>
          </p:cNvPr>
          <p:cNvSpPr txBox="1"/>
          <p:nvPr userDrawn="1"/>
        </p:nvSpPr>
        <p:spPr>
          <a:xfrm>
            <a:off x="332509" y="5883098"/>
            <a:ext cx="1453769" cy="4616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fr-FR" sz="1000" b="1" i="0">
                <a:solidFill>
                  <a:schemeClr val="accent2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Former</a:t>
            </a:r>
          </a:p>
          <a:p>
            <a:r>
              <a:rPr lang="fr-FR" sz="1000" b="1" i="0">
                <a:solidFill>
                  <a:schemeClr val="accent1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les Tech Leaders</a:t>
            </a:r>
          </a:p>
          <a:p>
            <a:r>
              <a:rPr lang="fr-FR" sz="1000" b="1" i="0">
                <a:solidFill>
                  <a:schemeClr val="accent1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de demain</a:t>
            </a:r>
            <a:r>
              <a:rPr lang="fr-FR" sz="1000" b="1" i="0">
                <a:solidFill>
                  <a:schemeClr val="accent2"/>
                </a:solidFill>
                <a:latin typeface="Enduro" panose="02000000000000000000" pitchFamily="2" charset="0"/>
                <a:ea typeface="Enduro" panose="02000000000000000000" pitchFamily="2" charset="0"/>
              </a:rPr>
              <a:t>_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53816F5E-264A-2B15-0092-8FDB0E59C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96400" y="5913876"/>
            <a:ext cx="719918" cy="39536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24A555A6-A0DE-9A76-3F96-06059FE5E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618" y="5913876"/>
            <a:ext cx="5753702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fr-FR"/>
              <a:t>PARIS SCHOOL OF TECHNOLOGY &amp; BUSINESS  |  INTITULÉ DE LA PRÉSENTATION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FBE6CF7-521C-5FFF-4114-806CC256B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02538" y="5913876"/>
            <a:ext cx="713144" cy="3953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1" i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AEBB4D08-2889-8C44-B3DE-A1D496E1E59A}" type="slidenum">
              <a:rPr lang="fr-FR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A20B21E-D85F-316E-E957-B1E5BA39B26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931245" y="5913876"/>
            <a:ext cx="928246" cy="3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33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9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81" r:id="rId12"/>
    <p:sldLayoutId id="2147483678" r:id="rId13"/>
    <p:sldLayoutId id="214748368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accent1"/>
          </a:solidFill>
          <a:latin typeface="Inter" panose="02000503000000020004" pitchFamily="2" charset="0"/>
          <a:ea typeface="Inter" panose="02000503000000020004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hess10/Hackathon_bootcamp_sept" TargetMode="External"/><Relationship Id="rId2" Type="http://schemas.openxmlformats.org/officeDocument/2006/relationships/hyperlink" Target="https://www.loom.com/share/e3144f9ba8f64be68f964d054b95494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/>
        </p:nvSpPr>
        <p:spPr>
          <a:xfrm>
            <a:off x="5379667" y="2061867"/>
            <a:ext cx="13484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endParaRPr sz="2400"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3376567" y="1789900"/>
            <a:ext cx="24756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771967" y="2805067"/>
            <a:ext cx="5465200" cy="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12192000" cy="3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fr-FR" sz="3333">
                <a:solidFill>
                  <a:schemeClr val="dk1"/>
                </a:solidFill>
              </a:rPr>
              <a:t>Analyser les causes de l'attrition au travail </a:t>
            </a:r>
            <a:r>
              <a:rPr lang="en" sz="3333">
                <a:solidFill>
                  <a:schemeClr val="dk1"/>
                </a:solidFill>
                <a:sym typeface="Oswald"/>
              </a:rPr>
              <a:t>: IBM data</a:t>
            </a:r>
            <a:endParaRPr lang="en" sz="3333">
              <a:solidFill>
                <a:schemeClr val="dk1"/>
              </a:solidFill>
            </a:endParaRPr>
          </a:p>
          <a:p>
            <a:endParaRPr sz="3333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/>
            <a:r>
              <a:rPr lang="en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en" sz="3333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Romain Vautey - François Neveu - Cécile Eymond</a:t>
            </a:r>
            <a:endParaRPr sz="3333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/>
            <a:endParaRPr sz="3333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023" y="2567083"/>
            <a:ext cx="5273255" cy="3187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2EED5FC-8D2D-B833-82DE-C41E82896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85" y="2567083"/>
            <a:ext cx="4540631" cy="318788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816934B-09FD-A6D3-4231-ABB617589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21" y="3244036"/>
            <a:ext cx="966050" cy="373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A986A-0F0A-F3D9-8AE5-B771FEA4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8EBF2-98F5-1BD8-9D63-99E28BE3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928" y="415775"/>
            <a:ext cx="7920720" cy="720080"/>
          </a:xfrm>
        </p:spPr>
        <p:txBody>
          <a:bodyPr/>
          <a:lstStyle/>
          <a:p>
            <a:r>
              <a:rPr lang="fr-FR"/>
              <a:t>Sommaire :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CDA3F2-F51C-AF00-3E98-A7FF69CF3F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2574" y="957588"/>
            <a:ext cx="8784976" cy="4472238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800">
                <a:latin typeface="Calibri"/>
                <a:cs typeface="Calibri"/>
              </a:rPr>
              <a:t>Présentation du projet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fr-FR" sz="2800">
                <a:latin typeface="Calibri"/>
                <a:cs typeface="Calibri"/>
              </a:rPr>
              <a:t>Outils utilisés / Fonctionnalités créées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800">
                <a:latin typeface="Calibri"/>
                <a:cs typeface="Calibri"/>
              </a:rPr>
              <a:t>Difficultés rencontrées / fiertés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800">
                <a:latin typeface="Calibri"/>
                <a:cs typeface="Calibri"/>
              </a:rPr>
              <a:t>Résultats principaux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fr-FR" sz="2800">
                <a:latin typeface="Calibri"/>
                <a:cs typeface="Calibri"/>
              </a:rPr>
              <a:t>Questions /réponses</a:t>
            </a:r>
            <a:endParaRPr lang="fr-FR">
              <a:latin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fr-FR" sz="2800">
                <a:latin typeface="Calibri"/>
                <a:cs typeface="Calibri"/>
              </a:rPr>
              <a:t>Liens et vidéo</a:t>
            </a:r>
            <a:endParaRPr lang="fr-FR">
              <a:latin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fr-FR" sz="2800">
              <a:latin typeface="Calibri"/>
              <a:cs typeface="Calibri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355042-E5BB-8B15-738F-9794CD03033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2B7509-C70A-91AF-B3AB-435979A34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64890-EFAE-FBBF-606F-106E0E7A2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515832"/>
      </p:ext>
    </p:extLst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138248" y="1712828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8965" indent="-456565"/>
            <a:r>
              <a:rPr lang="fr-FR" sz="2400">
                <a:latin typeface="Calibri"/>
                <a:cs typeface="Calibri"/>
              </a:rPr>
              <a:t>Analyse des données « IBM HR Analytics </a:t>
            </a:r>
            <a:r>
              <a:rPr lang="fr-FR" sz="2400" err="1">
                <a:latin typeface="Calibri"/>
                <a:cs typeface="Calibri"/>
              </a:rPr>
              <a:t>Employee</a:t>
            </a:r>
            <a:r>
              <a:rPr lang="fr-FR" sz="2400">
                <a:latin typeface="Calibri"/>
                <a:cs typeface="Calibri"/>
              </a:rPr>
              <a:t> Attrition &amp; Performance »</a:t>
            </a:r>
          </a:p>
          <a:p>
            <a:pPr marL="608965" indent="-456565"/>
            <a:endParaRPr lang="fr-FR" sz="2400">
              <a:latin typeface="Calibri"/>
              <a:cs typeface="Calibri"/>
            </a:endParaRPr>
          </a:p>
          <a:p>
            <a:pPr marL="608965" indent="-456565"/>
            <a:r>
              <a:rPr lang="fr-FR" sz="2400">
                <a:latin typeface="Calibri"/>
                <a:cs typeface="Calibri"/>
              </a:rPr>
              <a:t>objectif : dégager des tendances et des corrélations susceptibles d'aider l'organisation à mieux comprendre les causes du turnover. </a:t>
            </a:r>
          </a:p>
          <a:p>
            <a:pPr marL="608965" indent="-456565"/>
            <a:endParaRPr lang="fr-FR" sz="2400">
              <a:latin typeface="Calibri"/>
              <a:cs typeface="Arial"/>
            </a:endParaRPr>
          </a:p>
          <a:p>
            <a:pPr marL="608965" indent="-456565"/>
            <a:r>
              <a:rPr lang="fr-FR" sz="2400">
                <a:latin typeface="Calibri"/>
                <a:cs typeface="Arial"/>
              </a:rPr>
              <a:t>34 variables disponibles au départ, sur 1473 employés, pour tenter d’</a:t>
            </a:r>
            <a:r>
              <a:rPr lang="fr-FR" sz="2400" b="1">
                <a:latin typeface="Calibri"/>
                <a:cs typeface="Arial"/>
              </a:rPr>
              <a:t>expliquer le départ de 16% des employés, et de formuler des recommandations. </a:t>
            </a:r>
            <a:endParaRPr lang="fr-FR" sz="2400">
              <a:latin typeface="Calibri"/>
              <a:cs typeface="Arial"/>
            </a:endParaRPr>
          </a:p>
          <a:p>
            <a:pPr marL="608965" indent="-456565"/>
            <a:endParaRPr lang="fr-FR" sz="2400">
              <a:latin typeface="Calibri"/>
              <a:cs typeface="Arial"/>
            </a:endParaRPr>
          </a:p>
          <a:p>
            <a:pPr marL="608965" indent="-456565"/>
            <a:r>
              <a:rPr lang="fr-FR" sz="2400">
                <a:latin typeface="Inter"/>
                <a:cs typeface="Calibri"/>
              </a:rPr>
              <a:t>Le processus a été initié par l'</a:t>
            </a:r>
            <a:r>
              <a:rPr lang="fr-FR" sz="2400" b="1">
                <a:latin typeface="Inter"/>
                <a:cs typeface="Calibri"/>
              </a:rPr>
              <a:t>examen et la préparation des données</a:t>
            </a:r>
            <a:r>
              <a:rPr lang="fr-FR" sz="2400">
                <a:latin typeface="Inter"/>
                <a:cs typeface="Calibri"/>
              </a:rPr>
              <a:t>, dans le but d'extraire un jeu de données qualifié.</a:t>
            </a:r>
          </a:p>
          <a:p>
            <a:pPr marL="608965" indent="-456565"/>
            <a:endParaRPr lang="fr-FR" sz="2400"/>
          </a:p>
        </p:txBody>
      </p:sp>
      <p:sp>
        <p:nvSpPr>
          <p:cNvPr id="3" name="Google Shape;116;p27">
            <a:extLst>
              <a:ext uri="{FF2B5EF4-FFF2-40B4-BE49-F238E27FC236}">
                <a16:creationId xmlns:a16="http://schemas.microsoft.com/office/drawing/2014/main" id="{A6521A9F-0F72-A5C1-8E8B-04E099E5419C}"/>
              </a:ext>
            </a:extLst>
          </p:cNvPr>
          <p:cNvSpPr txBox="1">
            <a:spLocks/>
          </p:cNvSpPr>
          <p:nvPr/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b="1" i="0" kern="120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742950" indent="-742950">
              <a:buFontTx/>
              <a:buAutoNum type="arabicPeriod"/>
            </a:pPr>
            <a:r>
              <a:rPr lang="fr-FR" sz="3200">
                <a:latin typeface="Inter"/>
                <a:cs typeface="Arial"/>
              </a:rPr>
              <a:t>Projet : Exploration de l'attrition des employés dans un environnement d'entreprise</a:t>
            </a:r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>
                <a:latin typeface="Inter"/>
                <a:cs typeface="Arial"/>
              </a:rPr>
              <a:t>2. O</a:t>
            </a:r>
            <a:r>
              <a:rPr lang="en">
                <a:latin typeface="Inter"/>
                <a:cs typeface="Arial"/>
              </a:rPr>
              <a:t>utils / fonctions</a:t>
            </a:r>
            <a:endParaRPr lang="en"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415600" y="1149946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71500" indent="-571500"/>
            <a:r>
              <a:rPr lang="fr-FR" sz="2400" b="1">
                <a:latin typeface="Calibri"/>
                <a:cs typeface="Calibri"/>
              </a:rPr>
              <a:t>Outils/ fonctions 'classiques' :</a:t>
            </a:r>
          </a:p>
          <a:p>
            <a:pPr marL="1180465" lvl="1" indent="-571500"/>
            <a:r>
              <a:rPr lang="fr-FR" sz="2000">
                <a:latin typeface="Calibri"/>
                <a:cs typeface="Calibri"/>
              </a:rPr>
              <a:t>Statistiques descriptives &amp; fonctions graphiques (</a:t>
            </a:r>
            <a:r>
              <a:rPr lang="fr-FR" sz="2000" err="1">
                <a:latin typeface="Calibri"/>
                <a:cs typeface="Calibri"/>
              </a:rPr>
              <a:t>matplolib</a:t>
            </a:r>
            <a:r>
              <a:rPr lang="fr-FR" sz="2000">
                <a:latin typeface="Calibri"/>
                <a:cs typeface="Calibri"/>
              </a:rPr>
              <a:t>, </a:t>
            </a:r>
            <a:r>
              <a:rPr lang="fr-FR" sz="2000" err="1">
                <a:latin typeface="Calibri"/>
                <a:cs typeface="Calibri"/>
              </a:rPr>
              <a:t>seaborn</a:t>
            </a:r>
            <a:r>
              <a:rPr lang="fr-FR" sz="2000">
                <a:latin typeface="Calibri"/>
                <a:cs typeface="Calibri"/>
              </a:rPr>
              <a:t>)</a:t>
            </a:r>
          </a:p>
          <a:p>
            <a:pPr marL="1180465" lvl="1" indent="-571500"/>
            <a:r>
              <a:rPr lang="fr-FR" sz="2000">
                <a:latin typeface="Calibri"/>
                <a:cs typeface="Calibri"/>
              </a:rPr>
              <a:t>Matrice des corrélations (Pearson)</a:t>
            </a:r>
          </a:p>
          <a:p>
            <a:pPr marL="1180465" lvl="1" indent="-571500"/>
            <a:r>
              <a:rPr lang="fr-FR" sz="2000">
                <a:latin typeface="Calibri"/>
                <a:cs typeface="Calibri"/>
              </a:rPr>
              <a:t>Test de </a:t>
            </a:r>
            <a:r>
              <a:rPr lang="fr-FR" sz="2000" err="1">
                <a:latin typeface="Calibri"/>
                <a:cs typeface="Calibri"/>
              </a:rPr>
              <a:t>Student</a:t>
            </a:r>
            <a:r>
              <a:rPr lang="fr-FR" sz="2000">
                <a:latin typeface="Calibri"/>
                <a:cs typeface="Calibri"/>
              </a:rPr>
              <a:t> : variables numériques continues, échantillons indépendants</a:t>
            </a:r>
          </a:p>
          <a:p>
            <a:pPr marL="1180465" lvl="1" indent="-571500"/>
            <a:endParaRPr lang="fr-FR" sz="2000">
              <a:latin typeface="Calibri"/>
              <a:cs typeface="Calibri"/>
            </a:endParaRPr>
          </a:p>
          <a:p>
            <a:pPr marL="571500" indent="-571500"/>
            <a:r>
              <a:rPr lang="fr-FR" sz="2400" b="1">
                <a:latin typeface="Calibri"/>
                <a:cs typeface="Calibri"/>
              </a:rPr>
              <a:t>Outils/ fonctions supplémentaires : </a:t>
            </a:r>
          </a:p>
          <a:p>
            <a:pPr marL="1218565" lvl="1" indent="-422910"/>
            <a:r>
              <a:rPr lang="fr-FR" sz="2000">
                <a:latin typeface="Calibri"/>
                <a:cs typeface="Calibri"/>
              </a:rPr>
              <a:t>tests statistiques associés aux coefficients de corrélations  (t-test, chi2)</a:t>
            </a:r>
            <a:endParaRPr lang="fr-FR">
              <a:cs typeface="Calibri"/>
            </a:endParaRPr>
          </a:p>
          <a:p>
            <a:pPr marL="1218565" lvl="1" indent="-422910"/>
            <a:r>
              <a:rPr lang="fr-FR" sz="2000">
                <a:latin typeface="Calibri"/>
                <a:cs typeface="Calibri"/>
              </a:rPr>
              <a:t>test du </a:t>
            </a:r>
            <a:r>
              <a:rPr lang="el-GR" sz="2000">
                <a:latin typeface="Calibri"/>
                <a:cs typeface="Calibri"/>
              </a:rPr>
              <a:t>χ²</a:t>
            </a:r>
            <a:r>
              <a:rPr lang="fr-FR" sz="2000">
                <a:latin typeface="Calibri"/>
                <a:cs typeface="Calibri"/>
              </a:rPr>
              <a:t> : influence des variables ordinales sur l'attrition</a:t>
            </a:r>
            <a:endParaRPr sz="2000">
              <a:latin typeface="Calibri"/>
              <a:cs typeface="Calibri"/>
            </a:endParaRPr>
          </a:p>
          <a:p>
            <a:pPr marL="1218565" lvl="1" indent="-422910"/>
            <a:r>
              <a:rPr lang="fr-FR" sz="2000">
                <a:latin typeface="Calibri"/>
                <a:cs typeface="Calibri"/>
              </a:rPr>
              <a:t>Création d'un index pour regrouper des variables numériques corrélées</a:t>
            </a:r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body" idx="4294967295"/>
          </p:nvPr>
        </p:nvSpPr>
        <p:spPr>
          <a:xfrm>
            <a:off x="877305" y="1150488"/>
            <a:ext cx="11065913" cy="55265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342900" indent="-342900">
              <a:spcAft>
                <a:spcPts val="2133"/>
              </a:spcAft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Travail en groupe sur 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Notebook </a:t>
            </a:r>
            <a:r>
              <a:rPr lang="fr-FR" sz="2400" err="1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Googlecolab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 partagé:</a:t>
            </a:r>
            <a:endParaRPr lang="fr-FR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 - Chargement des données sur différents ordinateurs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 - Enregistrement du Notebook : chacun son tour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  - Organisation du Notebook :  numérotation des cellules </a:t>
            </a:r>
          </a:p>
          <a:p>
            <a:pPr marL="0" indent="0">
              <a:lnSpc>
                <a:spcPct val="114999"/>
              </a:lnSpc>
              <a:spcAft>
                <a:spcPts val="2133"/>
              </a:spcAft>
              <a:buNone/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 - 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Inter"/>
                <a:ea typeface="Calibri"/>
                <a:cs typeface="Calibri"/>
              </a:rPr>
              <a:t>R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ea typeface="Calibri"/>
                <a:cs typeface="Calibri"/>
              </a:rPr>
              <a:t>elancer systématiquement toutes les cellules : </a:t>
            </a: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calculs et variables gardés en      mémoire même si une cellule est supprimée</a:t>
            </a:r>
            <a:endParaRPr lang="fr-FR">
              <a:solidFill>
                <a:schemeClr val="bg1">
                  <a:lumMod val="10000"/>
                </a:schemeClr>
              </a:solidFill>
              <a:cs typeface="Calibri"/>
            </a:endParaRPr>
          </a:p>
          <a:p>
            <a:pPr marL="342900" indent="-342900">
              <a:lnSpc>
                <a:spcPct val="114999"/>
              </a:lnSpc>
              <a:spcAft>
                <a:spcPts val="2133"/>
              </a:spcAft>
            </a:pPr>
            <a:r>
              <a:rPr lang="fr-FR" sz="2400">
                <a:solidFill>
                  <a:schemeClr val="bg1">
                    <a:lumMod val="10000"/>
                  </a:schemeClr>
                </a:solidFill>
                <a:latin typeface="Calibri"/>
                <a:cs typeface="Calibri"/>
              </a:rPr>
              <a:t>Communication interne/ vocabulaire et compréhension partagés ou non (stat.)</a:t>
            </a:r>
            <a:endParaRPr lang="fr-FR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14999"/>
              </a:lnSpc>
              <a:spcAft>
                <a:spcPts val="2133"/>
              </a:spcAft>
            </a:pPr>
            <a:r>
              <a:rPr lang="fr-FR" sz="2400" b="1">
                <a:solidFill>
                  <a:srgbClr val="00B050"/>
                </a:solidFill>
                <a:latin typeface="Calibri"/>
                <a:cs typeface="Calibri"/>
              </a:rPr>
              <a:t>Avoir surmonté ces difficultés et arriver à présenter un résultat cohérent !</a:t>
            </a:r>
          </a:p>
        </p:txBody>
      </p:sp>
      <p:sp>
        <p:nvSpPr>
          <p:cNvPr id="2" name="Google Shape;116;p27">
            <a:extLst>
              <a:ext uri="{FF2B5EF4-FFF2-40B4-BE49-F238E27FC236}">
                <a16:creationId xmlns:a16="http://schemas.microsoft.com/office/drawing/2014/main" id="{DFC7E89D-3E7D-4DA2-697E-DD8240B6FB21}"/>
              </a:ext>
            </a:extLst>
          </p:cNvPr>
          <p:cNvSpPr txBox="1">
            <a:spLocks/>
          </p:cNvSpPr>
          <p:nvPr/>
        </p:nvSpPr>
        <p:spPr>
          <a:xfrm>
            <a:off x="449203" y="18864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fr-FR">
                <a:latin typeface="Inter"/>
                <a:cs typeface="Arial"/>
              </a:rPr>
              <a:t>3. Difficultés /fiertés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Inter"/>
                <a:cs typeface="Arial"/>
              </a:rPr>
              <a:t>4. Résultats principaux</a:t>
            </a:r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71500" indent="-571500">
              <a:spcAft>
                <a:spcPts val="2133"/>
              </a:spcAft>
              <a:buChar char="•"/>
            </a:pPr>
            <a:r>
              <a:rPr lang="fr-FR">
                <a:latin typeface="Inter"/>
              </a:rPr>
              <a:t>Département touché : analyses descriptives et statistique</a:t>
            </a:r>
            <a:endParaRPr lang="fr-FR"/>
          </a:p>
          <a:p>
            <a:pPr marL="571500" indent="-571500">
              <a:spcAft>
                <a:spcPts val="2133"/>
              </a:spcAft>
              <a:buChar char="•"/>
            </a:pPr>
            <a:r>
              <a:rPr lang="fr-FR">
                <a:latin typeface="Inter"/>
              </a:rPr>
              <a:t>La matrice des corrélations : identification des facteurs</a:t>
            </a:r>
          </a:p>
          <a:p>
            <a:pPr marL="571500" indent="-571500">
              <a:spcAft>
                <a:spcPts val="2133"/>
              </a:spcAft>
              <a:buChar char="•"/>
            </a:pPr>
            <a:r>
              <a:rPr lang="fr-FR">
                <a:latin typeface="Inter"/>
              </a:rPr>
              <a:t>Index CSI</a:t>
            </a:r>
            <a:endParaRPr lang="fr-FR"/>
          </a:p>
          <a:p>
            <a:pPr marL="571500" indent="-571500">
              <a:spcAft>
                <a:spcPts val="2133"/>
              </a:spcAft>
              <a:buChar char="•"/>
            </a:pPr>
            <a:endParaRPr lang="fr-FR"/>
          </a:p>
          <a:p>
            <a:pPr marL="0" indent="0">
              <a:spcAft>
                <a:spcPts val="2133"/>
              </a:spcAft>
              <a:buNone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1CC4-2BE2-ABE2-6CEF-BCAAFC69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5C2503-F215-AC5B-E6D3-7EBE0455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640" y="511756"/>
            <a:ext cx="7920720" cy="720080"/>
          </a:xfrm>
        </p:spPr>
        <p:txBody>
          <a:bodyPr/>
          <a:lstStyle/>
          <a:p>
            <a:r>
              <a:rPr lang="fr-FR"/>
              <a:t>Déroulement du projet :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2851DE-35E0-A850-9310-4B86162AD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1383" y="1628800"/>
            <a:ext cx="8784976" cy="288000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FR" sz="2400"/>
              <a:t>Importation des données, nettoyage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Remplacement des valeurs qualitatives par des valeurs quantitatives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Premières analyses graphiques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Premier aperçu de corrélation possibles afin de réduire les analyses et les graphiques, et vérification de la pertinence: création sur cette base de l’ISC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Analyse des autres paramètres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/>
              <a:t>Conclusions</a:t>
            </a:r>
          </a:p>
          <a:p>
            <a:pPr marL="342900" indent="-342900">
              <a:buFont typeface="+mj-lt"/>
              <a:buAutoNum type="arabicPeriod"/>
            </a:pPr>
            <a:endParaRPr lang="fr-FR" sz="24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9962DA-8B2E-465C-3185-EF34239400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97B12-8E50-E168-FB47-F367FFEB5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59FF2-28A4-92C2-62E2-F97C4E1F0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274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DB9B-6FE4-3FE9-934F-E905ABCB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606351-80F5-3606-A723-C0B39CFD2AF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8D9762-962C-18C0-1994-0E7F63394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73EA45-4CBB-22D3-84A4-87B4538AE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8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569745-3B52-1E8B-0132-3AE3B8B77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47" y="620688"/>
            <a:ext cx="5438322" cy="508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124;p28">
            <a:extLst>
              <a:ext uri="{FF2B5EF4-FFF2-40B4-BE49-F238E27FC236}">
                <a16:creationId xmlns:a16="http://schemas.microsoft.com/office/drawing/2014/main" id="{D5B32CB1-00D2-1B37-9A0D-4448155EE86B}"/>
              </a:ext>
            </a:extLst>
          </p:cNvPr>
          <p:cNvSpPr txBox="1">
            <a:spLocks/>
          </p:cNvSpPr>
          <p:nvPr/>
        </p:nvSpPr>
        <p:spPr>
          <a:xfrm>
            <a:off x="6672064" y="1628800"/>
            <a:ext cx="5104336" cy="210839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133"/>
              </a:spcAft>
              <a:buFont typeface="Arial" panose="020B0604020202020204" pitchFamily="34" charset="0"/>
              <a:buNone/>
            </a:pPr>
            <a:r>
              <a:rPr lang="fr-FR"/>
              <a:t>Tables de corrélation puis tests de Pearson pour confirmer la corrélation des quatre variables supérieures</a:t>
            </a:r>
          </a:p>
        </p:txBody>
      </p:sp>
    </p:spTree>
    <p:extLst>
      <p:ext uri="{BB962C8B-B14F-4D97-AF65-F5344CB8AC3E}">
        <p14:creationId xmlns:p14="http://schemas.microsoft.com/office/powerpoint/2010/main" val="2296352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1617-A531-1C37-EA6E-7619106E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530053-56AE-B034-359F-999F68893DC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EE1EC3-47AA-5C3F-6626-501D52130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14C82F-9362-DF8E-4A94-0DFA90165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9</a:t>
            </a:fld>
            <a:endParaRPr lang="fr-FR"/>
          </a:p>
        </p:txBody>
      </p:sp>
      <p:sp>
        <p:nvSpPr>
          <p:cNvPr id="11" name="Google Shape;124;p28">
            <a:extLst>
              <a:ext uri="{FF2B5EF4-FFF2-40B4-BE49-F238E27FC236}">
                <a16:creationId xmlns:a16="http://schemas.microsoft.com/office/drawing/2014/main" id="{CC47C133-FFA2-2895-F442-4CFA8C81F6D9}"/>
              </a:ext>
            </a:extLst>
          </p:cNvPr>
          <p:cNvSpPr txBox="1">
            <a:spLocks/>
          </p:cNvSpPr>
          <p:nvPr/>
        </p:nvSpPr>
        <p:spPr>
          <a:xfrm>
            <a:off x="621556" y="1458203"/>
            <a:ext cx="11575648" cy="484931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 b="1">
                <a:latin typeface="Calibri"/>
                <a:cs typeface="Calibri"/>
              </a:rPr>
              <a:t>5 variables numériques significativement corrélées, standardisées et moyennées :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plus l’ICS est élevé, plus la stabilité est forte, plus la probabilité d’attrition est faible.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Résultat cohérent et attendu</a:t>
            </a:r>
          </a:p>
          <a:p>
            <a:pPr marL="0" indent="0">
              <a:buNone/>
            </a:pPr>
            <a:endParaRPr lang="fr-FR" sz="1800" i="1">
              <a:solidFill>
                <a:srgbClr val="1F1F1F"/>
              </a:solidFill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fr-FR" sz="2400">
              <a:solidFill>
                <a:srgbClr val="1F1F1F"/>
              </a:solidFill>
              <a:latin typeface="Calibri"/>
              <a:cs typeface="Calibri"/>
            </a:endParaRPr>
          </a:p>
          <a:p>
            <a:pPr marL="0" indent="0">
              <a:spcAft>
                <a:spcPts val="2133"/>
              </a:spcAft>
              <a:buNone/>
            </a:pPr>
            <a:endParaRPr lang="fr-FR">
              <a:latin typeface="Arial"/>
              <a:cs typeface="Arial"/>
            </a:endParaRPr>
          </a:p>
          <a:p>
            <a:pPr marL="571500" indent="-571500">
              <a:spcAft>
                <a:spcPts val="2133"/>
              </a:spcAft>
              <a:buFont typeface="Wingdings" panose="020B0604020202020204" pitchFamily="34" charset="0"/>
              <a:buChar char="Ø"/>
            </a:pPr>
            <a:endParaRPr lang="fr-FR"/>
          </a:p>
        </p:txBody>
      </p:sp>
      <p:sp>
        <p:nvSpPr>
          <p:cNvPr id="7" name="Google Shape;116;p27">
            <a:extLst>
              <a:ext uri="{FF2B5EF4-FFF2-40B4-BE49-F238E27FC236}">
                <a16:creationId xmlns:a16="http://schemas.microsoft.com/office/drawing/2014/main" id="{2ABDD771-51EE-EDFC-B224-7CD9FBB41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>
                <a:latin typeface="Inter"/>
                <a:cs typeface="Arial"/>
              </a:rPr>
              <a:t>ISC : indice de stabilité de carrière</a:t>
            </a:r>
            <a:endParaRPr lang="en"/>
          </a:p>
        </p:txBody>
      </p:sp>
      <p:pic>
        <p:nvPicPr>
          <p:cNvPr id="8" name="Image 7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136C1F6B-09E5-55D7-2592-C432CFCAC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622" y="2630251"/>
            <a:ext cx="5457683" cy="409958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73FE804-A9E6-2FA3-4C03-3BF1495C08E6}"/>
              </a:ext>
            </a:extLst>
          </p:cNvPr>
          <p:cNvSpPr txBox="1"/>
          <p:nvPr/>
        </p:nvSpPr>
        <p:spPr>
          <a:xfrm>
            <a:off x="1380264" y="4064216"/>
            <a:ext cx="4455885" cy="1851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nombre d'années dans l'entreprise,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dans le poste actuel,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avec le manager actuel,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n</a:t>
            </a:r>
            <a:r>
              <a:rPr lang="fr-FR" i="1">
                <a:solidFill>
                  <a:srgbClr val="1F1F1F"/>
                </a:solidFill>
                <a:latin typeface="Segoe UI"/>
                <a:cs typeface="Segoe UI"/>
              </a:rPr>
              <a:t>ombre</a:t>
            </a: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 total d'années de travail, </a:t>
            </a:r>
            <a:endParaRPr lang="fr-FR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i="1">
                <a:solidFill>
                  <a:srgbClr val="1F1F1F"/>
                </a:solidFill>
                <a:ea typeface="Calibri"/>
                <a:cs typeface="Calibri"/>
              </a:rPr>
              <a:t>et depuis la dernière promotion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920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A6261-AC4A-54A8-EBCD-C8CDAD98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C784E-5930-9FCB-AFE8-0DE33567D5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30DFAF-E9D9-401D-5DF8-7C535F9FA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FBE071-B280-DD2A-7AE7-59E65978A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10</a:t>
            </a:fld>
            <a:endParaRPr lang="fr-FR"/>
          </a:p>
        </p:txBody>
      </p:sp>
      <p:sp>
        <p:nvSpPr>
          <p:cNvPr id="11" name="Google Shape;124;p28">
            <a:extLst>
              <a:ext uri="{FF2B5EF4-FFF2-40B4-BE49-F238E27FC236}">
                <a16:creationId xmlns:a16="http://schemas.microsoft.com/office/drawing/2014/main" id="{150B726B-F0D9-6F86-C7A1-6019DCCEBB24}"/>
              </a:ext>
            </a:extLst>
          </p:cNvPr>
          <p:cNvSpPr txBox="1">
            <a:spLocks/>
          </p:cNvSpPr>
          <p:nvPr/>
        </p:nvSpPr>
        <p:spPr>
          <a:xfrm>
            <a:off x="621556" y="1458203"/>
            <a:ext cx="11575648" cy="229736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 b="1">
                <a:latin typeface="Calibri"/>
                <a:cs typeface="Calibri"/>
              </a:rPr>
              <a:t>T-Test pour les valeurs continues, et comparaison avec les valeurs cibles calculées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el-GR" sz="2400" b="1">
                <a:latin typeface="Calibri"/>
                <a:cs typeface="Calibri"/>
              </a:rPr>
              <a:t>χ²</a:t>
            </a:r>
            <a:r>
              <a:rPr lang="fr-FR" sz="2400" b="1">
                <a:latin typeface="Calibri"/>
                <a:cs typeface="Calibri"/>
              </a:rPr>
              <a:t> pour les valeurs ordinales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400" b="1">
                <a:latin typeface="Calibri"/>
                <a:cs typeface="Calibri"/>
              </a:rPr>
              <a:t>Exploration pour les autres valeurs</a:t>
            </a: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endParaRPr lang="fr-FR" sz="2400" b="1">
              <a:latin typeface="Calibri"/>
              <a:cs typeface="Calibri"/>
            </a:endParaRPr>
          </a:p>
          <a:p>
            <a:pPr>
              <a:spcAft>
                <a:spcPts val="1000"/>
              </a:spcAft>
              <a:buFont typeface="Wingdings" panose="020B0604020202020204" pitchFamily="34" charset="0"/>
              <a:buChar char="Ø"/>
            </a:pPr>
            <a:r>
              <a:rPr lang="fr-FR" sz="2800" b="1">
                <a:solidFill>
                  <a:srgbClr val="FF0000"/>
                </a:solidFill>
                <a:latin typeface="Calibri"/>
                <a:cs typeface="Calibri"/>
              </a:rPr>
              <a:t>Ceci dit, il manque faute de temps des explorations plus précises après les corrélations</a:t>
            </a:r>
          </a:p>
          <a:p>
            <a:pPr marL="0" indent="0">
              <a:spcAft>
                <a:spcPts val="1000"/>
              </a:spcAft>
              <a:buNone/>
            </a:pPr>
            <a:endParaRPr lang="fr-FR" sz="2400" b="1">
              <a:latin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fr-FR" sz="2400">
              <a:solidFill>
                <a:srgbClr val="1F1F1F"/>
              </a:solidFill>
              <a:latin typeface="Calibri"/>
              <a:cs typeface="Calibri"/>
            </a:endParaRPr>
          </a:p>
          <a:p>
            <a:pPr marL="0" indent="0">
              <a:spcAft>
                <a:spcPts val="2133"/>
              </a:spcAft>
              <a:buNone/>
            </a:pPr>
            <a:endParaRPr lang="fr-FR">
              <a:latin typeface="Arial"/>
              <a:cs typeface="Arial"/>
            </a:endParaRPr>
          </a:p>
          <a:p>
            <a:pPr marL="571500" indent="-571500">
              <a:spcAft>
                <a:spcPts val="2133"/>
              </a:spcAft>
              <a:buFont typeface="Wingdings" panose="020B0604020202020204" pitchFamily="34" charset="0"/>
              <a:buChar char="Ø"/>
            </a:pPr>
            <a:endParaRPr lang="fr-FR"/>
          </a:p>
        </p:txBody>
      </p:sp>
      <p:sp>
        <p:nvSpPr>
          <p:cNvPr id="7" name="Google Shape;116;p27">
            <a:extLst>
              <a:ext uri="{FF2B5EF4-FFF2-40B4-BE49-F238E27FC236}">
                <a16:creationId xmlns:a16="http://schemas.microsoft.com/office/drawing/2014/main" id="{38DE04F1-A135-EA8D-0FB5-2945BEFA0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392" y="384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>
                <a:latin typeface="Inter"/>
                <a:cs typeface="Arial"/>
              </a:rPr>
              <a:t>Tests utilisés pour corréler avec l’attrition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1013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E7D1-F971-BE09-0982-74F8F519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25EBF-98B9-6BAE-5BBA-9BD2FA049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AA52CE-D818-BA7E-32EB-18F43A650D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278" y="1451801"/>
            <a:ext cx="10657184" cy="3882199"/>
          </a:xfrm>
          <a:ln w="38100">
            <a:solidFill>
              <a:schemeClr val="tx1"/>
            </a:solidFill>
          </a:ln>
        </p:spPr>
        <p:txBody>
          <a:bodyPr vert="horz" wrap="square" lIns="0" tIns="0" rIns="0" bIns="0" rtlCol="0" anchor="t">
            <a:noAutofit/>
          </a:bodyPr>
          <a:lstStyle/>
          <a:p>
            <a:endParaRPr lang="fr-FR" sz="2800">
              <a:latin typeface="Inter"/>
            </a:endParaRPr>
          </a:p>
          <a:p>
            <a:r>
              <a:rPr lang="fr-FR" sz="2800">
                <a:latin typeface="Inter"/>
              </a:rPr>
              <a:t>Conclusion 1: sur la stabilité de carrière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0">
                <a:latin typeface="Inter"/>
              </a:rPr>
              <a:t>relation significative entre la stabilité de carrière </a:t>
            </a:r>
            <a:r>
              <a:rPr lang="fr-FR" sz="2800">
                <a:latin typeface="Inter"/>
              </a:rPr>
              <a:t>(ISC)</a:t>
            </a:r>
            <a:r>
              <a:rPr lang="fr-FR" sz="2800" b="0">
                <a:latin typeface="Inter"/>
              </a:rPr>
              <a:t>, obtenu par la moyenne standardisée de quatre facteurs corrélés, et l’attrition: une stabilité de carrière plus faible est associée à un risque accru de départ.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0"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>
                <a:solidFill>
                  <a:srgbClr val="0070C0"/>
                </a:solidFill>
                <a:latin typeface="Inter"/>
              </a:rPr>
              <a:t>plan d'action: </a:t>
            </a:r>
            <a:r>
              <a:rPr lang="fr-FR" sz="2800" b="0">
                <a:solidFill>
                  <a:srgbClr val="0070C0"/>
                </a:solidFill>
                <a:latin typeface="Inter"/>
              </a:rPr>
              <a:t>le plan d'action est difficile, car cela veut dire grossièrement que « plus on est vieux, plus on est stable ! »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br>
              <a:rPr lang="fr-FR" sz="2800" b="0"/>
            </a:br>
            <a:endParaRPr lang="fr-FR" sz="2800" b="0"/>
          </a:p>
          <a:p>
            <a:r>
              <a:rPr lang="fr-FR" sz="2800" b="0">
                <a:latin typeface="Inter"/>
              </a:rPr>
              <a:t> </a:t>
            </a:r>
          </a:p>
          <a:p>
            <a:endParaRPr lang="fr-FR" sz="2800" b="0"/>
          </a:p>
          <a:p>
            <a:pPr marL="342900" indent="-342900">
              <a:buFont typeface="+mj-lt"/>
              <a:buAutoNum type="arabicPeriod"/>
            </a:pPr>
            <a:endParaRPr lang="fr-FR" sz="28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456486-7B88-C44E-D1A3-C1070DF287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57E124-4F5C-453D-E8CF-5467E050C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82A221-08CD-4B53-3AAA-5DE043E9F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90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BBAF-2055-E2B7-2636-4C4E691C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1EC0B6-CE91-16A0-0AA2-D1F5E929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B8A7DB-2964-38C9-AA03-BD3C6861F4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392" y="896629"/>
            <a:ext cx="10657184" cy="4578102"/>
          </a:xfrm>
          <a:ln w="38100">
            <a:solidFill>
              <a:schemeClr val="tx1"/>
            </a:solidFill>
          </a:ln>
        </p:spPr>
        <p:txBody>
          <a:bodyPr vert="horz" wrap="square" lIns="0" tIns="0" rIns="0" bIns="0" rtlCol="0" anchor="t">
            <a:noAutofit/>
          </a:bodyPr>
          <a:lstStyle/>
          <a:p>
            <a:endParaRPr lang="fr-FR" sz="2800" b="0"/>
          </a:p>
          <a:p>
            <a:r>
              <a:rPr lang="fr-FR" sz="2800">
                <a:latin typeface="Inter"/>
              </a:rPr>
              <a:t>Conclusion 2 sur les valeurs numériques, </a:t>
            </a:r>
            <a:r>
              <a:rPr lang="fr-FR" sz="2800" b="0">
                <a:latin typeface="Inter"/>
              </a:rPr>
              <a:t>avec test de </a:t>
            </a:r>
            <a:r>
              <a:rPr lang="fr-FR" sz="2800" b="0" err="1">
                <a:latin typeface="Inter"/>
              </a:rPr>
              <a:t>Student</a:t>
            </a:r>
            <a:r>
              <a:rPr lang="fr-FR" sz="2800" b="0">
                <a:latin typeface="Inter"/>
              </a:rPr>
              <a:t> positif et hormis celles regroupées dans l’ISC</a:t>
            </a:r>
          </a:p>
          <a:p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endParaRPr lang="fr-FR" sz="2800" b="0"/>
          </a:p>
          <a:p>
            <a:endParaRPr lang="fr-FR" sz="2800" b="0"/>
          </a:p>
          <a:p>
            <a:br>
              <a:rPr lang="fr-FR" sz="2800" b="0"/>
            </a:br>
            <a:br>
              <a:rPr lang="fr-FR" sz="2800" b="0"/>
            </a:br>
            <a:endParaRPr lang="fr-FR" sz="2800" b="0"/>
          </a:p>
          <a:p>
            <a:r>
              <a:rPr lang="fr-FR" sz="2800" b="0">
                <a:latin typeface="Inter"/>
              </a:rPr>
              <a:t> </a:t>
            </a:r>
          </a:p>
          <a:p>
            <a:endParaRPr lang="fr-FR" sz="2800" b="0"/>
          </a:p>
          <a:p>
            <a:pPr marL="342900" indent="-342900">
              <a:buFont typeface="+mj-lt"/>
              <a:buAutoNum type="arabicPeriod"/>
            </a:pPr>
            <a:endParaRPr lang="fr-FR" sz="28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033247-C6B3-E91F-C605-9F31137FE3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818AD7-B95E-8D0E-FCF0-CB00396E1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3C632D-7C90-63D1-3804-F1EFD8E53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12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429A8C4-8F08-F26E-D4D1-1163C3538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824463"/>
              </p:ext>
            </p:extLst>
          </p:nvPr>
        </p:nvGraphicFramePr>
        <p:xfrm>
          <a:off x="722377" y="2687320"/>
          <a:ext cx="878497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61599332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85813837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421857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err="1">
                          <a:solidFill>
                            <a:schemeClr val="tx1"/>
                          </a:solidFill>
                        </a:rPr>
                        <a:t>Corrélation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Plan </a:t>
                      </a:r>
                      <a:r>
                        <a:rPr lang="en-IN" sz="2400" err="1">
                          <a:solidFill>
                            <a:srgbClr val="0070C0"/>
                          </a:solidFill>
                        </a:rPr>
                        <a:t>d’action</a:t>
                      </a:r>
                      <a:endParaRPr lang="en-IN" sz="240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67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chemeClr val="tx1"/>
                          </a:solidFill>
                        </a:rPr>
                        <a:t>revenu mensuel        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chemeClr val="tx1"/>
                          </a:solidFill>
                        </a:rPr>
                        <a:t> négative          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rgbClr val="0070C0"/>
                          </a:solidFill>
                        </a:rPr>
                        <a:t> augmenter les salaires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75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Distance de la </a:t>
                      </a:r>
                      <a:r>
                        <a:rPr lang="en-IN" sz="2400" err="1">
                          <a:solidFill>
                            <a:schemeClr val="tx1"/>
                          </a:solidFill>
                        </a:rPr>
                        <a:t>maison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Positive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rgbClr val="0070C0"/>
                          </a:solidFill>
                        </a:rPr>
                        <a:t>Faciliter les transports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6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Temps de formation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err="1">
                          <a:solidFill>
                            <a:schemeClr val="tx1"/>
                          </a:solidFill>
                        </a:rPr>
                        <a:t>Négative</a:t>
                      </a:r>
                      <a:endParaRPr lang="en-I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0">
                          <a:solidFill>
                            <a:srgbClr val="0070C0"/>
                          </a:solidFill>
                        </a:rPr>
                        <a:t>Augmenter les temps de formation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27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758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9738-05B3-17AA-65A4-AA1D8082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CB41FF-6670-B85E-B887-D3CBD1D4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F98401-5827-58EB-E516-6CDBC012D8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408" y="723743"/>
            <a:ext cx="10657184" cy="3282200"/>
          </a:xfrm>
          <a:ln w="38100">
            <a:solidFill>
              <a:schemeClr val="tx1"/>
            </a:solidFill>
          </a:ln>
        </p:spPr>
        <p:txBody>
          <a:bodyPr/>
          <a:lstStyle/>
          <a:p>
            <a:endParaRPr lang="fr-FR" sz="2400"/>
          </a:p>
          <a:p>
            <a:r>
              <a:rPr lang="fr-FR" sz="2400"/>
              <a:t>Conclusion 3: sur les valeurs ordinales, </a:t>
            </a:r>
            <a:r>
              <a:rPr lang="fr-FR" sz="2400" b="0"/>
              <a:t>avec test chi2 positif</a:t>
            </a:r>
          </a:p>
          <a:p>
            <a:r>
              <a:rPr lang="fr-FR" sz="2400" b="0"/>
              <a:t>par ordre décroissant, on trouve le niveau de poste, le niveau de stock-options, le statut marital stable, l'engagement dans le travail, </a:t>
            </a:r>
            <a:r>
              <a:rPr lang="fr-FR" sz="2400"/>
              <a:t>le nombre de voyages professionnels (corrélation positive), </a:t>
            </a:r>
            <a:r>
              <a:rPr lang="fr-FR" sz="2400" b="0"/>
              <a:t>l'environnement professionnel, la satisfaction au travail, et l'équilibre avec la vie personnelle</a:t>
            </a:r>
          </a:p>
          <a:p>
            <a:r>
              <a:rPr lang="fr-FR" sz="2400">
                <a:solidFill>
                  <a:srgbClr val="0070C0"/>
                </a:solidFill>
              </a:rPr>
              <a:t>Le facteur le plus simple à travailler est le nombre de voyages professionnels, à augmenter</a:t>
            </a:r>
            <a:br>
              <a:rPr lang="fr-FR" sz="2400" b="0"/>
            </a:br>
            <a:br>
              <a:rPr lang="fr-FR" sz="2400" b="0"/>
            </a:br>
            <a:endParaRPr lang="fr-FR" sz="2400" b="0"/>
          </a:p>
          <a:p>
            <a:endParaRPr lang="fr-FR" sz="2400" b="0"/>
          </a:p>
          <a:p>
            <a:pPr marL="342900" indent="-342900">
              <a:buFont typeface="+mj-lt"/>
              <a:buAutoNum type="arabicPeriod"/>
            </a:pPr>
            <a:endParaRPr lang="fr-FR" sz="24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432B33-7A6B-3127-5894-58E8298C24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2C7571-0EAC-CEAA-704D-1A5CC81B4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2C073A-AA8D-4893-CA90-36588E242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13</a:t>
            </a:fld>
            <a:endParaRPr lang="fr-FR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84E95F17-00A4-62F9-C376-C45227024E91}"/>
              </a:ext>
            </a:extLst>
          </p:cNvPr>
          <p:cNvSpPr txBox="1">
            <a:spLocks/>
          </p:cNvSpPr>
          <p:nvPr/>
        </p:nvSpPr>
        <p:spPr>
          <a:xfrm>
            <a:off x="767408" y="4191000"/>
            <a:ext cx="10657184" cy="172287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/>
          </a:p>
          <a:p>
            <a:r>
              <a:rPr lang="fr-FR" sz="2400"/>
              <a:t>Conclusion 4; sur les valeurs O/N</a:t>
            </a:r>
          </a:p>
          <a:p>
            <a:r>
              <a:rPr lang="fr-FR" sz="2400" b="0"/>
              <a:t>nous n'avons pas eu le temps de voir un test pertinent entre deux variables O/N, donc pas de conclusion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528063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76B1-8CAA-673F-17E4-42986727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8712E-D726-92FA-E146-F14A61FD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44" y="188720"/>
            <a:ext cx="7920720" cy="720080"/>
          </a:xfrm>
        </p:spPr>
        <p:txBody>
          <a:bodyPr/>
          <a:lstStyle/>
          <a:p>
            <a:r>
              <a:rPr lang="fr-FR"/>
              <a:t>Conclusions: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5CD40B-505B-EFC7-262B-4844760D2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407" y="908800"/>
            <a:ext cx="5448335" cy="1210360"/>
          </a:xfrm>
        </p:spPr>
        <p:txBody>
          <a:bodyPr/>
          <a:lstStyle/>
          <a:p>
            <a:r>
              <a:rPr lang="fr-FR"/>
              <a:t>Conclusion 5: sur l'analyse des données.</a:t>
            </a:r>
          </a:p>
          <a:p>
            <a:r>
              <a:rPr lang="fr-FR">
                <a:solidFill>
                  <a:srgbClr val="0070C0"/>
                </a:solidFill>
              </a:rPr>
              <a:t>Ce qui ressort le plus nettement est qu'il faut faire des plans d'actions spécifiques sur certaines populations</a:t>
            </a:r>
            <a:r>
              <a:rPr lang="fr-FR" b="0"/>
              <a:t>: 16% de la population totale est parti parmi lesquels:</a:t>
            </a:r>
          </a:p>
          <a:p>
            <a:endParaRPr lang="fr-FR"/>
          </a:p>
          <a:p>
            <a:endParaRPr lang="fr-FR" b="0"/>
          </a:p>
          <a:p>
            <a:br>
              <a:rPr lang="fr-FR" b="0"/>
            </a:br>
            <a:br>
              <a:rPr lang="fr-FR" b="0"/>
            </a:br>
            <a:endParaRPr lang="fr-FR" b="0"/>
          </a:p>
          <a:p>
            <a:endParaRPr lang="fr-FR" b="0"/>
          </a:p>
          <a:p>
            <a:pPr marL="342900" indent="-342900">
              <a:buFont typeface="+mj-lt"/>
              <a:buAutoNum type="arabicPeriod"/>
            </a:pP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CBCD09-C43D-4982-57CD-28C24E5442A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1396A-D768-5EC5-2D37-AF83EA51B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D124AD-8F12-CD9F-FC08-9586B685B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14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774310-0F5C-3A74-0B2B-C8F357DBB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704" y="297578"/>
            <a:ext cx="4745120" cy="342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CB3044F-3C14-7EE8-085D-15C79FD36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79612"/>
              </p:ext>
            </p:extLst>
          </p:nvPr>
        </p:nvGraphicFramePr>
        <p:xfrm>
          <a:off x="767407" y="2119160"/>
          <a:ext cx="4986294" cy="379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098">
                  <a:extLst>
                    <a:ext uri="{9D8B030D-6E8A-4147-A177-3AD203B41FA5}">
                      <a16:colId xmlns:a16="http://schemas.microsoft.com/office/drawing/2014/main" val="1160177258"/>
                    </a:ext>
                  </a:extLst>
                </a:gridCol>
                <a:gridCol w="1662098">
                  <a:extLst>
                    <a:ext uri="{9D8B030D-6E8A-4147-A177-3AD203B41FA5}">
                      <a16:colId xmlns:a16="http://schemas.microsoft.com/office/drawing/2014/main" val="1746078989"/>
                    </a:ext>
                  </a:extLst>
                </a:gridCol>
                <a:gridCol w="1662098">
                  <a:extLst>
                    <a:ext uri="{9D8B030D-6E8A-4147-A177-3AD203B41FA5}">
                      <a16:colId xmlns:a16="http://schemas.microsoft.com/office/drawing/2014/main" val="1838230573"/>
                    </a:ext>
                  </a:extLst>
                </a:gridCol>
              </a:tblGrid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Populations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 </a:t>
                      </a:r>
                      <a:r>
                        <a:rPr lang="fr-FR" b="0" noProof="0"/>
                        <a:t>% de départ dans la population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Proportion dans les départs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280913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Techniciens de laboratoire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/>
                        <a:t>25</a:t>
                      </a:r>
                      <a:r>
                        <a:rPr lang="fr-FR" b="0" noProof="0"/>
                        <a:t>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877349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Responsables des ventes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17%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496952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Chercheurs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20%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237551"/>
                  </a:ext>
                </a:extLst>
              </a:tr>
              <a:tr h="720079">
                <a:tc>
                  <a:txBody>
                    <a:bodyPr/>
                    <a:lstStyle/>
                    <a:p>
                      <a:r>
                        <a:rPr lang="fr-FR" noProof="0"/>
                        <a:t>Représentants commerciaux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23% 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noProof="0"/>
                        <a:t>16% </a:t>
                      </a:r>
                      <a:endParaRPr lang="fr-FR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451851"/>
                  </a:ext>
                </a:extLst>
              </a:tr>
            </a:tbl>
          </a:graphicData>
        </a:graphic>
      </p:graphicFrame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10C4C0DF-E655-5D40-6326-0796AD253EDC}"/>
              </a:ext>
            </a:extLst>
          </p:cNvPr>
          <p:cNvSpPr txBox="1">
            <a:spLocks/>
          </p:cNvSpPr>
          <p:nvPr/>
        </p:nvSpPr>
        <p:spPr>
          <a:xfrm>
            <a:off x="6577704" y="3924954"/>
            <a:ext cx="4896544" cy="221856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 b="0"/>
          </a:p>
          <a:p>
            <a:r>
              <a:rPr lang="fr-FR" sz="2400">
                <a:solidFill>
                  <a:srgbClr val="0070C0"/>
                </a:solidFill>
              </a:rPr>
              <a:t>Recommandations:</a:t>
            </a:r>
          </a:p>
          <a:p>
            <a:r>
              <a:rPr lang="fr-FR" sz="2400">
                <a:solidFill>
                  <a:srgbClr val="0070C0"/>
                </a:solidFill>
              </a:rPr>
              <a:t>Appliquer les recommandations précédentes prioritairement à ces populations</a:t>
            </a:r>
          </a:p>
          <a:p>
            <a:endParaRPr lang="fr-FR" sz="2400"/>
          </a:p>
          <a:p>
            <a:endParaRPr lang="fr-FR" sz="2400" b="0"/>
          </a:p>
          <a:p>
            <a:br>
              <a:rPr lang="fr-FR" sz="2400" b="0"/>
            </a:br>
            <a:br>
              <a:rPr lang="fr-FR" sz="2400" b="0"/>
            </a:br>
            <a:endParaRPr lang="fr-FR" sz="2400" b="0"/>
          </a:p>
          <a:p>
            <a:endParaRPr lang="fr-FR" sz="2400" b="0"/>
          </a:p>
          <a:p>
            <a:pPr marL="342900" indent="-342900">
              <a:buFont typeface="+mj-lt"/>
              <a:buAutoNum type="arabicPeriod"/>
            </a:pP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1244077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2746-795F-43BF-4726-19DC849F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FFD8E8-761D-12CB-39AC-BE4764B5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687" y="820090"/>
            <a:ext cx="7920720" cy="4697141"/>
          </a:xfrm>
        </p:spPr>
        <p:txBody>
          <a:bodyPr/>
          <a:lstStyle/>
          <a:p>
            <a:r>
              <a:rPr lang="fr-FR" dirty="0"/>
              <a:t>Liens 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 err="1">
                <a:hlinkClick r:id="rId2"/>
              </a:rPr>
              <a:t>video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>
                <a:latin typeface="Calibri"/>
                <a:cs typeface="Calibri"/>
                <a:hlinkClick r:id="rId3"/>
              </a:rPr>
              <a:t>Lien </a:t>
            </a:r>
            <a:r>
              <a:rPr lang="fr-FR" dirty="0" err="1">
                <a:latin typeface="Calibri"/>
                <a:cs typeface="Calibri"/>
                <a:hlinkClick r:id="rId3"/>
              </a:rPr>
              <a:t>github</a:t>
            </a:r>
            <a:r>
              <a:rPr lang="fr-FR" dirty="0">
                <a:latin typeface="Calibri"/>
                <a:cs typeface="Calibri"/>
                <a:hlinkClick r:id="rId3"/>
              </a:rPr>
              <a:t> </a:t>
            </a:r>
            <a:br>
              <a:rPr lang="fr-FR" dirty="0">
                <a:latin typeface="Calibri"/>
                <a:cs typeface="Calibri"/>
              </a:rPr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5A108-31FB-CBC2-508D-BB1B0B3A29D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AC8106F-F4D8-1E45-895C-A120356FD94C}" type="datetime3">
              <a:rPr lang="fr-FR"/>
              <a:pPr/>
              <a:t>18.11.25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22ABE3-5C3D-5D17-5715-14CF33741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PARIS SCHOOL OF TECHNOLOGY &amp; BUSINESS  |  </a:t>
            </a:r>
            <a:r>
              <a:rPr lang="fr-FR" b="1"/>
              <a:t>INTITULÉ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D9E8C8-915A-71B6-CEE2-8A6535F7E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BB4D08-2889-8C44-B3DE-A1D496E1E59A}" type="slidenum">
              <a:rPr lang="fr-FR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364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STB_THEME_2">
  <a:themeElements>
    <a:clrScheme name="PSTB_2">
      <a:dk1>
        <a:srgbClr val="202020"/>
      </a:dk1>
      <a:lt1>
        <a:srgbClr val="F6F6F6"/>
      </a:lt1>
      <a:dk2>
        <a:srgbClr val="3C3C3C"/>
      </a:dk2>
      <a:lt2>
        <a:srgbClr val="B5B5B5"/>
      </a:lt2>
      <a:accent1>
        <a:srgbClr val="651FFF"/>
      </a:accent1>
      <a:accent2>
        <a:srgbClr val="FF1744"/>
      </a:accent2>
      <a:accent3>
        <a:srgbClr val="3C3C3C"/>
      </a:accent3>
      <a:accent4>
        <a:srgbClr val="B5B5B5"/>
      </a:accent4>
      <a:accent5>
        <a:srgbClr val="F6F6F6"/>
      </a:accent5>
      <a:accent6>
        <a:srgbClr val="202020"/>
      </a:accent6>
      <a:hlink>
        <a:srgbClr val="651FFF"/>
      </a:hlink>
      <a:folHlink>
        <a:srgbClr val="FF174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PresentationFormat>Grand écran</PresentationFormat>
  <Paragraphs>167</Paragraphs>
  <Slides>15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Enduro</vt:lpstr>
      <vt:lpstr>Inter</vt:lpstr>
      <vt:lpstr>Oswald</vt:lpstr>
      <vt:lpstr>Segoe UI</vt:lpstr>
      <vt:lpstr>Wingdings</vt:lpstr>
      <vt:lpstr>PSTB_THEME_2</vt:lpstr>
      <vt:lpstr>Présentation PowerPoint</vt:lpstr>
      <vt:lpstr>Sommaire :</vt:lpstr>
      <vt:lpstr>Présentation PowerPoint</vt:lpstr>
      <vt:lpstr>2. Outils / fonctions</vt:lpstr>
      <vt:lpstr>Présentation PowerPoint</vt:lpstr>
      <vt:lpstr>4. Résultats principaux</vt:lpstr>
      <vt:lpstr>Déroulement du projet :</vt:lpstr>
      <vt:lpstr>Présentation PowerPoint</vt:lpstr>
      <vt:lpstr>ISC : indice de stabilité de carrière</vt:lpstr>
      <vt:lpstr>Tests utilisés pour corréler avec l’attrition</vt:lpstr>
      <vt:lpstr>Conclusions: </vt:lpstr>
      <vt:lpstr>Conclusions: </vt:lpstr>
      <vt:lpstr>Conclusions: </vt:lpstr>
      <vt:lpstr>Conclusions: </vt:lpstr>
      <vt:lpstr>Liens    video   Lien github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Morgan Földi</dc:creator>
  <cp:lastModifiedBy>Francois Neveu</cp:lastModifiedBy>
  <cp:revision>1</cp:revision>
  <dcterms:created xsi:type="dcterms:W3CDTF">2022-07-19T13:37:09Z</dcterms:created>
  <dcterms:modified xsi:type="dcterms:W3CDTF">2025-11-18T13:01:31Z</dcterms:modified>
</cp:coreProperties>
</file>